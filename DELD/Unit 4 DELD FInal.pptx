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376" r:id="rId2"/>
    <p:sldId id="349" r:id="rId3"/>
    <p:sldId id="350" r:id="rId4"/>
    <p:sldId id="351" r:id="rId5"/>
    <p:sldId id="352" r:id="rId6"/>
    <p:sldId id="452" r:id="rId7"/>
    <p:sldId id="453" r:id="rId8"/>
    <p:sldId id="454" r:id="rId9"/>
    <p:sldId id="455" r:id="rId10"/>
    <p:sldId id="456" r:id="rId11"/>
    <p:sldId id="457" r:id="rId12"/>
    <p:sldId id="476" r:id="rId13"/>
    <p:sldId id="458" r:id="rId14"/>
    <p:sldId id="463" r:id="rId15"/>
    <p:sldId id="464" r:id="rId16"/>
    <p:sldId id="465" r:id="rId17"/>
    <p:sldId id="466" r:id="rId18"/>
    <p:sldId id="467" r:id="rId19"/>
    <p:sldId id="468" r:id="rId20"/>
    <p:sldId id="469" r:id="rId21"/>
    <p:sldId id="470" r:id="rId22"/>
    <p:sldId id="471" r:id="rId23"/>
    <p:sldId id="472" r:id="rId24"/>
    <p:sldId id="473" r:id="rId25"/>
    <p:sldId id="475" r:id="rId26"/>
    <p:sldId id="474" r:id="rId27"/>
    <p:sldId id="477" r:id="rId28"/>
    <p:sldId id="478" r:id="rId29"/>
    <p:sldId id="479" r:id="rId30"/>
    <p:sldId id="482" r:id="rId31"/>
    <p:sldId id="480" r:id="rId32"/>
    <p:sldId id="481" r:id="rId33"/>
    <p:sldId id="483" r:id="rId34"/>
    <p:sldId id="484" r:id="rId35"/>
    <p:sldId id="485" r:id="rId36"/>
    <p:sldId id="486" r:id="rId37"/>
    <p:sldId id="487" r:id="rId38"/>
    <p:sldId id="488" r:id="rId39"/>
    <p:sldId id="495" r:id="rId40"/>
    <p:sldId id="496" r:id="rId41"/>
    <p:sldId id="502" r:id="rId42"/>
    <p:sldId id="501" r:id="rId43"/>
    <p:sldId id="489" r:id="rId44"/>
    <p:sldId id="490" r:id="rId45"/>
    <p:sldId id="492" r:id="rId46"/>
    <p:sldId id="493" r:id="rId47"/>
    <p:sldId id="494" r:id="rId48"/>
    <p:sldId id="339" r:id="rId49"/>
    <p:sldId id="340" r:id="rId50"/>
    <p:sldId id="343" r:id="rId51"/>
    <p:sldId id="344" r:id="rId52"/>
    <p:sldId id="345" r:id="rId53"/>
    <p:sldId id="498" r:id="rId54"/>
    <p:sldId id="505" r:id="rId55"/>
    <p:sldId id="375" r:id="rId56"/>
    <p:sldId id="506" r:id="rId57"/>
    <p:sldId id="377" r:id="rId58"/>
    <p:sldId id="378" r:id="rId59"/>
    <p:sldId id="402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94660"/>
  </p:normalViewPr>
  <p:slideViewPr>
    <p:cSldViewPr>
      <p:cViewPr varScale="1">
        <p:scale>
          <a:sx n="59" d="100"/>
          <a:sy n="59" d="100"/>
        </p:scale>
        <p:origin x="1596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280B7-DB8C-4693-8A08-61134CA17759}" type="datetimeFigureOut">
              <a:rPr lang="en-IN" smtClean="0"/>
              <a:t>15-04-2026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75F31-EA44-4D52-91DC-DCF34527E5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03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AEACF47-A50C-3BE0-702D-F7B92302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61F35D37-1F54-8957-0B32-332FB582C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D92FFF7-2C47-7AED-E2E7-347DE7E9F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3737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AEACF47-A50C-3BE0-702D-F7B92302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61F35D37-1F54-8957-0B32-332FB582C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D92FFF7-2C47-7AED-E2E7-347DE7E9F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3737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AEACF47-A50C-3BE0-702D-F7B92302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61F35D37-1F54-8957-0B32-332FB582C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D92FFF7-2C47-7AED-E2E7-347DE7E9F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37372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AEACF47-A50C-3BE0-702D-F7B92302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61F35D37-1F54-8957-0B32-332FB582C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D92FFF7-2C47-7AED-E2E7-347DE7E9F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3737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AEACF47-A50C-3BE0-702D-F7B923023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61F35D37-1F54-8957-0B32-332FB582C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D92FFF7-2C47-7AED-E2E7-347DE7E9F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3737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942042F8-23EB-5F3B-68EC-E0564905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D8B35E60-386B-22E2-38D9-C5BE48E46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D4BA1129-E74C-6409-E3EF-7722F64DE1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6053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EBAA0AD-05A0-BF73-4684-B69185AFA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8060B2D9-AE12-535F-B35E-91332FCFC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708B948E-1C2E-A97F-AA8D-5C2E3BC1B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60249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95C65B54-FFF4-317A-085C-920C15FD1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21B9C1C5-E497-F8DE-0C01-8E611A4E3F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042AF01C-B9FD-6D4D-B2E1-5AA818511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25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54858F00-3E98-731F-5012-02BF7A8EE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90EE588E-F364-7A5A-B0C6-0796680F32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D89A99D7-BCE2-EC78-0EAF-A53515C1CA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2566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E6E1632E-0DF6-93A0-0908-D9EB902F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FF7767D6-CC31-A021-3F98-AD885A237D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05DE032C-8990-3E6D-169F-BBA22F2AB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465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82295165-B74B-06B0-BE2E-0BD00A102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BA33735D-E5C8-6380-D3D3-CC8A038C59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EBFC2789-AC55-C11D-0B18-16CE2B192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2923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75999797-05D7-9D16-57C4-DF9D70EE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C0DFE653-B089-987C-4737-AC02009E2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2A5ACCDB-3F47-4A3D-6411-4D4F86814C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33708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5CA87F07-BE45-83E5-EE61-630A25868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27219C36-20F4-866C-DBD5-53FB4608F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D509F0CF-A78E-6DF3-6E4F-06B2F036E0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689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77A3A9A5-B0CD-4FBB-327C-8439E78D8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70D822AB-D609-2064-E0ED-64C43DC12D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42BB8D28-106A-7F35-2325-532AA090CE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8858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547169D3-5E6E-4BDA-DB0C-7F1DABC49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BD605052-F1BA-978E-D482-14FA671F4A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5BF5740F-25FB-B8DA-BDE0-CD3A1DA7FD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25891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B45E3541-A441-D243-0949-9CB2FBAB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FBBE1801-1A58-3538-185E-244C668D08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0DFD2A7E-DE16-3E8A-D60F-EABE1B40C8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0836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1E1191F7-C620-004C-B7A2-90424CB1B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9E5E3956-58E8-44B3-2836-EA6EE61C6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7F525E1B-66CE-C162-7D51-B320B91F91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402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4DBB8F6E-A61C-3ECE-0CAF-2F32FF151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833AF48B-023F-9A1F-D0B4-F2E0657EF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CC27318-5153-F89D-985D-A455DB6F4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397199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2D11F6BB-A004-7239-8287-469565C10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FF53DA68-E887-BAD5-06ED-CF338A4ADF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E8CED01A-04C2-9DFF-DC66-D58C64BB9F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6051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DF14726D-1DA0-81A1-71CD-18C0CB054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230EB2F0-2154-30FD-BC8D-26531F069A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9596432-7E9A-AD66-4F9F-7F59C52E26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36558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961BBA6D-C7C4-A55D-87EE-FAB44B442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E218E757-9BCC-0C97-1F8C-4AA11A61D7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DC1D1162-D87F-2DE1-863E-9EACE0B022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653675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ED145D5A-F0F4-36A8-CE7C-F1A1AD220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D443F3C8-6C61-565F-0E1B-4C4BD0679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4D6446C-1614-487E-0E89-93B2D0AEE2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479857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287B1199-3BD8-2FC9-510A-38F96DDC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47F7CA55-FD65-5747-44CF-AA4346EE3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76F58DA4-E5D7-286D-8CFD-3B81AEA12C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134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12C3D5F9-7E92-315E-3187-E77DA2901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69222CBB-396A-8885-B81B-74878D911C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CB3B6195-555E-D3D3-8013-08FBA358FC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7679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50040D1F-8268-2BFF-2187-FB2FE4E90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0F52737C-2F88-41B5-F859-5F2FD6D9D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BDCB7E72-5F75-84D8-0668-E555F0F9C6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07611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9CC4530B-0E0E-36D5-7A80-FFF9FC374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B183E751-9E7A-F6CA-DE14-ACA2B074A5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4C9DFA51-6B4F-68C8-A0E1-BB0334B83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75722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AD2F6B5D-0779-3F20-4DF9-A3C9075A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5C560567-BA48-F61E-22E0-A7EBED90C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C7EE8A36-BEE6-64E7-5028-C5A3BC74B7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019081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B80A06A2-9B59-0502-ACAA-6B667D49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B757AD69-4084-2031-DD5D-EA45C5669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0BF7C02C-4CA8-FD77-42D6-B3E6BD3A4A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29022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71E411AA-FFF5-48E2-AFDF-92301B39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DE8F061A-6E57-DED9-5002-77E896D7B5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9605E317-81FA-3D40-F616-A680425D95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395009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A0E50934-6E4D-A16D-C0E7-644093C0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23D48B02-1040-DD67-650E-7F5BDB6054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F5C2331D-3963-C493-0606-E7BB102063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392179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41053540-B411-24A3-97E8-1D2F6637A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4403834B-A2A6-8AEF-B7A6-4C68D1B81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D4EACFA3-C499-74DF-7D9A-5C757FC0B7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79614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46DFDB68-7B99-B921-8B62-A4B5B8D6B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7C78BAA3-C8BC-BED5-F865-BA77846E73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CEB3FD0B-9B74-2B87-4505-A2584358FC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84817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BBA2F751-FE47-B285-A895-09A210FEB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F6A15572-A45B-56F5-F6D6-C92039482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5AA91BCE-CAD8-01A5-885F-8A6596FE5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353385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B9E9AE4C-A425-B489-BA7E-1E898B13A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77CDF83B-B886-6258-EFE9-81D3FCD91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E9BF8748-4208-5C88-82B7-8F2C1E0B49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33979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006D3D36-B2E9-A9E2-D5DA-D95AE6F31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E1898DA8-A083-37F1-3A14-540478A7FC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FDAD6369-E167-8462-775A-190C2B23BC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242045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35962199-8638-B0C3-AD8F-0CCEDD50C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B3986F82-1B79-91C4-E51D-6AF565CDAD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D22E4CF8-1BC4-79A9-3584-E0FFFEF10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459596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44D0BC20-CA4B-9D98-293C-981216B88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E328E65A-D6E2-0469-25FA-25790A0DB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A51D15F6-552B-9C7E-1A6A-5500529AF3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05312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C2693576-AB75-37DD-D2A4-58E4D3516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91C9E6AE-F793-3BB5-7AC0-15A6F2A477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E5D0D015-176E-37BF-382F-D4B313CF92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979939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BF3D3161-7768-85CB-FE9B-D4412DF9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6B5760F7-7C92-E051-6AF7-98717406EB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33C01113-3229-56A5-C88A-8ADF89DA9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79097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9CB35BE4-E26C-FBDE-7702-CD146AB68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B5DA4CAC-71F0-B670-A063-33E92ADE8B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BC58412E-D9F3-F6C8-681B-922495DB2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477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28351247-0744-ED7A-7505-62CD0208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120EF714-B814-22C1-0EAA-001BAE7F4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63702533-A2A2-88F7-C677-A1C176454D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740038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A6F5A21C-846A-7DD6-63BE-6A5E20587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C94224C6-7265-D431-2214-587686A67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AC851ECB-D481-648F-5028-1B78956EF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05280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>
          <a:extLst>
            <a:ext uri="{FF2B5EF4-FFF2-40B4-BE49-F238E27FC236}">
              <a16:creationId xmlns:a16="http://schemas.microsoft.com/office/drawing/2014/main" id="{AC48BE26-7C7A-EEB2-5BF6-E8D5B2B39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80:notes">
            <a:extLst>
              <a:ext uri="{FF2B5EF4-FFF2-40B4-BE49-F238E27FC236}">
                <a16:creationId xmlns:a16="http://schemas.microsoft.com/office/drawing/2014/main" id="{2C641623-0482-B6DC-9B20-1D02639FE1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80:notes">
            <a:extLst>
              <a:ext uri="{FF2B5EF4-FFF2-40B4-BE49-F238E27FC236}">
                <a16:creationId xmlns:a16="http://schemas.microsoft.com/office/drawing/2014/main" id="{B453422E-126B-9F3D-8EEA-87E8FF689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264160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>
          <a:extLst>
            <a:ext uri="{FF2B5EF4-FFF2-40B4-BE49-F238E27FC236}">
              <a16:creationId xmlns:a16="http://schemas.microsoft.com/office/drawing/2014/main" id="{94B1BC7E-FE3D-958B-A0A9-E8D2CD37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3:notes">
            <a:extLst>
              <a:ext uri="{FF2B5EF4-FFF2-40B4-BE49-F238E27FC236}">
                <a16:creationId xmlns:a16="http://schemas.microsoft.com/office/drawing/2014/main" id="{8A498DE6-3BD3-9F2F-9B9A-842829410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83:notes">
            <a:extLst>
              <a:ext uri="{FF2B5EF4-FFF2-40B4-BE49-F238E27FC236}">
                <a16:creationId xmlns:a16="http://schemas.microsoft.com/office/drawing/2014/main" id="{1916C69C-0B53-BEE2-26C5-D66D64ED9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1306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98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22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97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43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44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177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98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9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746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7D58B-75F5-493F-B9D3-F943CE4E990D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F4E22F-41A8-4B6D-8DF9-A59778309E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42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gi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gif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378AF0-6AE5-F774-3547-C6FBCB88B7E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43005" cy="57504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8960510-E710-2924-90F5-0B0686BFFCDB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44000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Unit-4 Syllabus</a:t>
            </a: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194CB8B-2067-0F8C-3A02-F6EF09FE08A9}"/>
              </a:ext>
            </a:extLst>
          </p:cNvPr>
          <p:cNvSpPr txBox="1"/>
          <p:nvPr/>
        </p:nvSpPr>
        <p:spPr>
          <a:xfrm>
            <a:off x="609600" y="1296084"/>
            <a:ext cx="4745356" cy="38731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sz="2400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lang="en-IN" sz="2400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Latches</a:t>
            </a:r>
          </a:p>
          <a:p>
            <a:pPr marL="3556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lang="en-IN" sz="2400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</a:t>
            </a:r>
          </a:p>
          <a:p>
            <a:pPr marL="3556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lang="en-IN" sz="2400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</a:p>
          <a:p>
            <a:pPr marL="3556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lang="en-IN" sz="2400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Counters</a:t>
            </a:r>
            <a:br>
              <a:rPr lang="en-IN" sz="2400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537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176057" y="1332307"/>
            <a:ext cx="8842626" cy="76367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24765" rIns="0" bIns="0" rtlCol="0">
            <a:spAutoFit/>
          </a:bodyPr>
          <a:lstStyle/>
          <a:p>
            <a:pPr marL="12065" marR="5080" algn="just">
              <a:spcBef>
                <a:spcPts val="600"/>
              </a:spcBef>
              <a:spcAft>
                <a:spcPts val="600"/>
              </a:spcAft>
              <a:buClr>
                <a:srgbClr val="92A199"/>
              </a:buClr>
              <a:buSzPct val="118750"/>
              <a:tabLst>
                <a:tab pos="194945" algn="l"/>
              </a:tabLst>
            </a:pP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7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sz="2400" b="1" spc="-7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sz="2400" b="1" spc="-5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24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sz="2400" i="1" spc="-3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employs</a:t>
            </a:r>
            <a:r>
              <a:rPr sz="2400" spc="-1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2400" spc="-9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400" i="1" spc="-6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F8E7E1B-CCDC-FF1D-9496-F2D000C5AF28}"/>
              </a:ext>
            </a:extLst>
          </p:cNvPr>
          <p:cNvGrpSpPr/>
          <p:nvPr/>
        </p:nvGrpSpPr>
        <p:grpSpPr>
          <a:xfrm>
            <a:off x="0" y="6248400"/>
            <a:ext cx="9144000" cy="60960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A67BC45-FECD-048A-62C4-3E575DED75B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78C417E-5839-088C-3081-407B6C717E3A}"/>
                </a:ext>
              </a:extLst>
            </p:cNvPr>
            <p:cNvGrpSpPr/>
            <p:nvPr/>
          </p:nvGrpSpPr>
          <p:grpSpPr>
            <a:xfrm>
              <a:off x="160078" y="6467142"/>
              <a:ext cx="4087740" cy="273465"/>
              <a:chOff x="4366684" y="2926127"/>
              <a:chExt cx="3278335" cy="2571063"/>
            </a:xfrm>
            <a:grpFill/>
          </p:grpSpPr>
          <p:sp>
            <p:nvSpPr>
              <p:cNvPr id="28" name="Freeform: Shape 6">
                <a:extLst>
                  <a:ext uri="{FF2B5EF4-FFF2-40B4-BE49-F238E27FC236}">
                    <a16:creationId xmlns:a16="http://schemas.microsoft.com/office/drawing/2014/main" id="{72FA712A-A361-9AFD-1B89-9F2F00D2B990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7">
                <a:extLst>
                  <a:ext uri="{FF2B5EF4-FFF2-40B4-BE49-F238E27FC236}">
                    <a16:creationId xmlns:a16="http://schemas.microsoft.com/office/drawing/2014/main" id="{42150F6E-58E1-A1A9-687B-0CA1ED261F0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8">
                <a:extLst>
                  <a:ext uri="{FF2B5EF4-FFF2-40B4-BE49-F238E27FC236}">
                    <a16:creationId xmlns:a16="http://schemas.microsoft.com/office/drawing/2014/main" id="{361B60CA-8E01-741A-3B20-B41132AF1A2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9">
                <a:extLst>
                  <a:ext uri="{FF2B5EF4-FFF2-40B4-BE49-F238E27FC236}">
                    <a16:creationId xmlns:a16="http://schemas.microsoft.com/office/drawing/2014/main" id="{F36C0ECF-ECF0-2162-0C9B-912709D5E4EC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10">
                <a:extLst>
                  <a:ext uri="{FF2B5EF4-FFF2-40B4-BE49-F238E27FC236}">
                    <a16:creationId xmlns:a16="http://schemas.microsoft.com/office/drawing/2014/main" id="{852B75F3-9DAD-CA85-0254-46217A4DA74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11">
                <a:extLst>
                  <a:ext uri="{FF2B5EF4-FFF2-40B4-BE49-F238E27FC236}">
                    <a16:creationId xmlns:a16="http://schemas.microsoft.com/office/drawing/2014/main" id="{A0C31EEA-955E-1779-5226-E94CFBB893C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12">
                <a:extLst>
                  <a:ext uri="{FF2B5EF4-FFF2-40B4-BE49-F238E27FC236}">
                    <a16:creationId xmlns:a16="http://schemas.microsoft.com/office/drawing/2014/main" id="{C8B81011-1D0C-7687-9248-5859EC7DCC4F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13">
                <a:extLst>
                  <a:ext uri="{FF2B5EF4-FFF2-40B4-BE49-F238E27FC236}">
                    <a16:creationId xmlns:a16="http://schemas.microsoft.com/office/drawing/2014/main" id="{F290FF70-D707-81FB-54C5-14FCD1E2D7B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14">
                <a:extLst>
                  <a:ext uri="{FF2B5EF4-FFF2-40B4-BE49-F238E27FC236}">
                    <a16:creationId xmlns:a16="http://schemas.microsoft.com/office/drawing/2014/main" id="{CAFF20EA-0D52-5A1D-28BC-72C5E1671B9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15">
                <a:extLst>
                  <a:ext uri="{FF2B5EF4-FFF2-40B4-BE49-F238E27FC236}">
                    <a16:creationId xmlns:a16="http://schemas.microsoft.com/office/drawing/2014/main" id="{039259A8-3095-BD98-275F-D7932EAE3F5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16">
                <a:extLst>
                  <a:ext uri="{FF2B5EF4-FFF2-40B4-BE49-F238E27FC236}">
                    <a16:creationId xmlns:a16="http://schemas.microsoft.com/office/drawing/2014/main" id="{C8EFEA54-E4B6-5362-2760-8E31031B0FF6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17">
                <a:extLst>
                  <a:ext uri="{FF2B5EF4-FFF2-40B4-BE49-F238E27FC236}">
                    <a16:creationId xmlns:a16="http://schemas.microsoft.com/office/drawing/2014/main" id="{F251C5E8-9A77-C204-CC4A-C850E1C6E3F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18">
                <a:extLst>
                  <a:ext uri="{FF2B5EF4-FFF2-40B4-BE49-F238E27FC236}">
                    <a16:creationId xmlns:a16="http://schemas.microsoft.com/office/drawing/2014/main" id="{52F1B4FF-100E-90C4-3757-9EAFA64E830B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19">
                <a:extLst>
                  <a:ext uri="{FF2B5EF4-FFF2-40B4-BE49-F238E27FC236}">
                    <a16:creationId xmlns:a16="http://schemas.microsoft.com/office/drawing/2014/main" id="{6B7F0D92-4362-2337-135A-233FF65A9A1B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20">
                <a:extLst>
                  <a:ext uri="{FF2B5EF4-FFF2-40B4-BE49-F238E27FC236}">
                    <a16:creationId xmlns:a16="http://schemas.microsoft.com/office/drawing/2014/main" id="{4703AABE-A105-EC08-F315-600F38CB2F8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21">
                <a:extLst>
                  <a:ext uri="{FF2B5EF4-FFF2-40B4-BE49-F238E27FC236}">
                    <a16:creationId xmlns:a16="http://schemas.microsoft.com/office/drawing/2014/main" id="{4808B009-0095-5ADA-7CF4-FAC312FBA78B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22">
                <a:extLst>
                  <a:ext uri="{FF2B5EF4-FFF2-40B4-BE49-F238E27FC236}">
                    <a16:creationId xmlns:a16="http://schemas.microsoft.com/office/drawing/2014/main" id="{DCAF30AD-86BA-DA20-BDB5-DE749C0536C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23">
                <a:extLst>
                  <a:ext uri="{FF2B5EF4-FFF2-40B4-BE49-F238E27FC236}">
                    <a16:creationId xmlns:a16="http://schemas.microsoft.com/office/drawing/2014/main" id="{B2A10347-6F7C-6928-0702-EE5B096BB22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24">
                <a:extLst>
                  <a:ext uri="{FF2B5EF4-FFF2-40B4-BE49-F238E27FC236}">
                    <a16:creationId xmlns:a16="http://schemas.microsoft.com/office/drawing/2014/main" id="{D1E04DB6-7327-D80A-89D9-35D779ABE067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25">
                <a:extLst>
                  <a:ext uri="{FF2B5EF4-FFF2-40B4-BE49-F238E27FC236}">
                    <a16:creationId xmlns:a16="http://schemas.microsoft.com/office/drawing/2014/main" id="{BDDED280-4302-A891-0C5A-62282E20FED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26">
                <a:extLst>
                  <a:ext uri="{FF2B5EF4-FFF2-40B4-BE49-F238E27FC236}">
                    <a16:creationId xmlns:a16="http://schemas.microsoft.com/office/drawing/2014/main" id="{5C598723-E676-A322-566D-91F164EB6698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27">
                <a:extLst>
                  <a:ext uri="{FF2B5EF4-FFF2-40B4-BE49-F238E27FC236}">
                    <a16:creationId xmlns:a16="http://schemas.microsoft.com/office/drawing/2014/main" id="{C653CCA2-9295-4676-222E-2FF4DE62F86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28">
                <a:extLst>
                  <a:ext uri="{FF2B5EF4-FFF2-40B4-BE49-F238E27FC236}">
                    <a16:creationId xmlns:a16="http://schemas.microsoft.com/office/drawing/2014/main" id="{A1B9E928-0783-CA73-1488-80C25E352B9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29">
                <a:extLst>
                  <a:ext uri="{FF2B5EF4-FFF2-40B4-BE49-F238E27FC236}">
                    <a16:creationId xmlns:a16="http://schemas.microsoft.com/office/drawing/2014/main" id="{D18F1DC8-16DA-CD90-F664-74FED2D73E7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30">
                <a:extLst>
                  <a:ext uri="{FF2B5EF4-FFF2-40B4-BE49-F238E27FC236}">
                    <a16:creationId xmlns:a16="http://schemas.microsoft.com/office/drawing/2014/main" id="{93361724-BA33-9035-E570-708C2BBA500E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31">
                <a:extLst>
                  <a:ext uri="{FF2B5EF4-FFF2-40B4-BE49-F238E27FC236}">
                    <a16:creationId xmlns:a16="http://schemas.microsoft.com/office/drawing/2014/main" id="{03962086-9304-149B-EE9A-FD1010567615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32">
                <a:extLst>
                  <a:ext uri="{FF2B5EF4-FFF2-40B4-BE49-F238E27FC236}">
                    <a16:creationId xmlns:a16="http://schemas.microsoft.com/office/drawing/2014/main" id="{B687C00D-38B2-ABE4-8D54-CAD020C8344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33">
                <a:extLst>
                  <a:ext uri="{FF2B5EF4-FFF2-40B4-BE49-F238E27FC236}">
                    <a16:creationId xmlns:a16="http://schemas.microsoft.com/office/drawing/2014/main" id="{6713D9D4-6F25-8761-5C96-1FF01BE441E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34">
                <a:extLst>
                  <a:ext uri="{FF2B5EF4-FFF2-40B4-BE49-F238E27FC236}">
                    <a16:creationId xmlns:a16="http://schemas.microsoft.com/office/drawing/2014/main" id="{AF09222B-6EC2-DDB6-A659-5D3745747A2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35">
                <a:extLst>
                  <a:ext uri="{FF2B5EF4-FFF2-40B4-BE49-F238E27FC236}">
                    <a16:creationId xmlns:a16="http://schemas.microsoft.com/office/drawing/2014/main" id="{9A00F6E0-D950-6FB7-E76C-2D445D2CF80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36">
                <a:extLst>
                  <a:ext uri="{FF2B5EF4-FFF2-40B4-BE49-F238E27FC236}">
                    <a16:creationId xmlns:a16="http://schemas.microsoft.com/office/drawing/2014/main" id="{0CA627D7-3807-782F-B8E2-0134F3CFDBD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37">
                <a:extLst>
                  <a:ext uri="{FF2B5EF4-FFF2-40B4-BE49-F238E27FC236}">
                    <a16:creationId xmlns:a16="http://schemas.microsoft.com/office/drawing/2014/main" id="{A3399839-B66F-1521-89E7-E4EF979EA54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38">
                <a:extLst>
                  <a:ext uri="{FF2B5EF4-FFF2-40B4-BE49-F238E27FC236}">
                    <a16:creationId xmlns:a16="http://schemas.microsoft.com/office/drawing/2014/main" id="{F0FEE82D-12FD-2EED-823D-4347259B329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39">
                <a:extLst>
                  <a:ext uri="{FF2B5EF4-FFF2-40B4-BE49-F238E27FC236}">
                    <a16:creationId xmlns:a16="http://schemas.microsoft.com/office/drawing/2014/main" id="{2A0D0B94-A98C-1E5B-C16F-071B08A568D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40">
                <a:extLst>
                  <a:ext uri="{FF2B5EF4-FFF2-40B4-BE49-F238E27FC236}">
                    <a16:creationId xmlns:a16="http://schemas.microsoft.com/office/drawing/2014/main" id="{6B258F24-2E76-2F2C-4678-FE23EB246230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3B5CC8C-D4FA-B03B-9AFE-203FF6C958B1}"/>
              </a:ext>
            </a:extLst>
          </p:cNvPr>
          <p:cNvGrpSpPr/>
          <p:nvPr/>
        </p:nvGrpSpPr>
        <p:grpSpPr>
          <a:xfrm>
            <a:off x="127405" y="6445226"/>
            <a:ext cx="4247638" cy="273465"/>
            <a:chOff x="4366684" y="2926127"/>
            <a:chExt cx="3278335" cy="2571063"/>
          </a:xfrm>
        </p:grpSpPr>
        <p:sp>
          <p:nvSpPr>
            <p:cNvPr id="64" name="Freeform: Shape 42">
              <a:extLst>
                <a:ext uri="{FF2B5EF4-FFF2-40B4-BE49-F238E27FC236}">
                  <a16:creationId xmlns:a16="http://schemas.microsoft.com/office/drawing/2014/main" id="{8F02B74A-F698-9F95-86A2-D4D4443CD11B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43">
              <a:extLst>
                <a:ext uri="{FF2B5EF4-FFF2-40B4-BE49-F238E27FC236}">
                  <a16:creationId xmlns:a16="http://schemas.microsoft.com/office/drawing/2014/main" id="{845279D6-E841-96D7-C522-A13214BC4CA9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44">
              <a:extLst>
                <a:ext uri="{FF2B5EF4-FFF2-40B4-BE49-F238E27FC236}">
                  <a16:creationId xmlns:a16="http://schemas.microsoft.com/office/drawing/2014/main" id="{37C3FD9E-1305-5AF5-C8A1-BAAD3387291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45">
              <a:extLst>
                <a:ext uri="{FF2B5EF4-FFF2-40B4-BE49-F238E27FC236}">
                  <a16:creationId xmlns:a16="http://schemas.microsoft.com/office/drawing/2014/main" id="{B0CE6CAE-43C8-3B0C-7C2F-33400649B10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46">
              <a:extLst>
                <a:ext uri="{FF2B5EF4-FFF2-40B4-BE49-F238E27FC236}">
                  <a16:creationId xmlns:a16="http://schemas.microsoft.com/office/drawing/2014/main" id="{DB8AE785-BE24-2297-9353-12A8E7431D5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47">
              <a:extLst>
                <a:ext uri="{FF2B5EF4-FFF2-40B4-BE49-F238E27FC236}">
                  <a16:creationId xmlns:a16="http://schemas.microsoft.com/office/drawing/2014/main" id="{3E5F942B-D76D-9EE8-5FE0-ED07FB1F7ADD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48">
              <a:extLst>
                <a:ext uri="{FF2B5EF4-FFF2-40B4-BE49-F238E27FC236}">
                  <a16:creationId xmlns:a16="http://schemas.microsoft.com/office/drawing/2014/main" id="{DCB9C42E-3A15-50F4-813B-78F3D2800DC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49">
              <a:extLst>
                <a:ext uri="{FF2B5EF4-FFF2-40B4-BE49-F238E27FC236}">
                  <a16:creationId xmlns:a16="http://schemas.microsoft.com/office/drawing/2014/main" id="{795A157E-6C22-ABE0-54F8-30FBD57FB09F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50">
              <a:extLst>
                <a:ext uri="{FF2B5EF4-FFF2-40B4-BE49-F238E27FC236}">
                  <a16:creationId xmlns:a16="http://schemas.microsoft.com/office/drawing/2014/main" id="{94132FE8-E069-79D2-A938-BD92E5EE1EC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51">
              <a:extLst>
                <a:ext uri="{FF2B5EF4-FFF2-40B4-BE49-F238E27FC236}">
                  <a16:creationId xmlns:a16="http://schemas.microsoft.com/office/drawing/2014/main" id="{92961B08-9411-2822-9FC2-E97532C662E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52">
              <a:extLst>
                <a:ext uri="{FF2B5EF4-FFF2-40B4-BE49-F238E27FC236}">
                  <a16:creationId xmlns:a16="http://schemas.microsoft.com/office/drawing/2014/main" id="{1AB97B48-6CCA-0EE9-24FF-C1D5432A99C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53">
              <a:extLst>
                <a:ext uri="{FF2B5EF4-FFF2-40B4-BE49-F238E27FC236}">
                  <a16:creationId xmlns:a16="http://schemas.microsoft.com/office/drawing/2014/main" id="{AE3D8E0C-5158-18A1-1CB0-4EFF941CBE4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54">
              <a:extLst>
                <a:ext uri="{FF2B5EF4-FFF2-40B4-BE49-F238E27FC236}">
                  <a16:creationId xmlns:a16="http://schemas.microsoft.com/office/drawing/2014/main" id="{4959DAD1-C947-6AED-D161-D66DA505D6FE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55">
              <a:extLst>
                <a:ext uri="{FF2B5EF4-FFF2-40B4-BE49-F238E27FC236}">
                  <a16:creationId xmlns:a16="http://schemas.microsoft.com/office/drawing/2014/main" id="{C1B5EF74-5B36-32D1-E790-2970E42D407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56">
              <a:extLst>
                <a:ext uri="{FF2B5EF4-FFF2-40B4-BE49-F238E27FC236}">
                  <a16:creationId xmlns:a16="http://schemas.microsoft.com/office/drawing/2014/main" id="{22845D4F-F748-9AD2-6777-815AAED9FBA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57">
              <a:extLst>
                <a:ext uri="{FF2B5EF4-FFF2-40B4-BE49-F238E27FC236}">
                  <a16:creationId xmlns:a16="http://schemas.microsoft.com/office/drawing/2014/main" id="{1AF1F56E-F22F-A851-94B8-30DB88D9327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58">
              <a:extLst>
                <a:ext uri="{FF2B5EF4-FFF2-40B4-BE49-F238E27FC236}">
                  <a16:creationId xmlns:a16="http://schemas.microsoft.com/office/drawing/2014/main" id="{9BE59FF8-2AB9-3B14-0E26-0DD706A6D4C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59">
              <a:extLst>
                <a:ext uri="{FF2B5EF4-FFF2-40B4-BE49-F238E27FC236}">
                  <a16:creationId xmlns:a16="http://schemas.microsoft.com/office/drawing/2014/main" id="{123BC890-1431-23B7-4E0C-640C2B198E6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60">
              <a:extLst>
                <a:ext uri="{FF2B5EF4-FFF2-40B4-BE49-F238E27FC236}">
                  <a16:creationId xmlns:a16="http://schemas.microsoft.com/office/drawing/2014/main" id="{F3A3308E-1D15-6E04-A85C-D657DFC6F44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61">
              <a:extLst>
                <a:ext uri="{FF2B5EF4-FFF2-40B4-BE49-F238E27FC236}">
                  <a16:creationId xmlns:a16="http://schemas.microsoft.com/office/drawing/2014/main" id="{D8A9999B-3D7A-D51C-04D4-6B4EF7FFFA0B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62">
              <a:extLst>
                <a:ext uri="{FF2B5EF4-FFF2-40B4-BE49-F238E27FC236}">
                  <a16:creationId xmlns:a16="http://schemas.microsoft.com/office/drawing/2014/main" id="{92744D18-D258-A933-D773-88BDDE61709E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63">
              <a:extLst>
                <a:ext uri="{FF2B5EF4-FFF2-40B4-BE49-F238E27FC236}">
                  <a16:creationId xmlns:a16="http://schemas.microsoft.com/office/drawing/2014/main" id="{6AC70FC3-B127-DFFA-1953-00E3A26C9081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64">
              <a:extLst>
                <a:ext uri="{FF2B5EF4-FFF2-40B4-BE49-F238E27FC236}">
                  <a16:creationId xmlns:a16="http://schemas.microsoft.com/office/drawing/2014/main" id="{1AC421B6-C564-8822-41CE-432C197F476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65">
              <a:extLst>
                <a:ext uri="{FF2B5EF4-FFF2-40B4-BE49-F238E27FC236}">
                  <a16:creationId xmlns:a16="http://schemas.microsoft.com/office/drawing/2014/main" id="{23D1D357-E477-A7FB-5B81-B71B6D4F2F8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66">
              <a:extLst>
                <a:ext uri="{FF2B5EF4-FFF2-40B4-BE49-F238E27FC236}">
                  <a16:creationId xmlns:a16="http://schemas.microsoft.com/office/drawing/2014/main" id="{215C994B-2FBC-8E47-365A-692AD7453B0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67">
              <a:extLst>
                <a:ext uri="{FF2B5EF4-FFF2-40B4-BE49-F238E27FC236}">
                  <a16:creationId xmlns:a16="http://schemas.microsoft.com/office/drawing/2014/main" id="{F79A9923-5E43-A950-E300-E7B8D86FFC74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68">
              <a:extLst>
                <a:ext uri="{FF2B5EF4-FFF2-40B4-BE49-F238E27FC236}">
                  <a16:creationId xmlns:a16="http://schemas.microsoft.com/office/drawing/2014/main" id="{61E632CA-5BAB-5554-ECA7-B83529A9954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69">
              <a:extLst>
                <a:ext uri="{FF2B5EF4-FFF2-40B4-BE49-F238E27FC236}">
                  <a16:creationId xmlns:a16="http://schemas.microsoft.com/office/drawing/2014/main" id="{BA136E84-B32C-C324-61D6-9C4567B6601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: Shape 70">
              <a:extLst>
                <a:ext uri="{FF2B5EF4-FFF2-40B4-BE49-F238E27FC236}">
                  <a16:creationId xmlns:a16="http://schemas.microsoft.com/office/drawing/2014/main" id="{BF1C3D87-38EE-6459-86C5-C4AB2FC7E59A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: Shape 71">
              <a:extLst>
                <a:ext uri="{FF2B5EF4-FFF2-40B4-BE49-F238E27FC236}">
                  <a16:creationId xmlns:a16="http://schemas.microsoft.com/office/drawing/2014/main" id="{6356388D-6D9A-02EB-C0BE-534A98C29DC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: Shape 72">
              <a:extLst>
                <a:ext uri="{FF2B5EF4-FFF2-40B4-BE49-F238E27FC236}">
                  <a16:creationId xmlns:a16="http://schemas.microsoft.com/office/drawing/2014/main" id="{9A5ED3FB-EFD2-FCA7-A645-9416B03BC82C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: Shape 73">
              <a:extLst>
                <a:ext uri="{FF2B5EF4-FFF2-40B4-BE49-F238E27FC236}">
                  <a16:creationId xmlns:a16="http://schemas.microsoft.com/office/drawing/2014/main" id="{DA272CBB-C3B9-18DA-7EF5-CD0EA674768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: Shape 74">
              <a:extLst>
                <a:ext uri="{FF2B5EF4-FFF2-40B4-BE49-F238E27FC236}">
                  <a16:creationId xmlns:a16="http://schemas.microsoft.com/office/drawing/2014/main" id="{B390AA16-79A1-AC2D-8515-8EF255E2074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Freeform: Shape 75">
              <a:extLst>
                <a:ext uri="{FF2B5EF4-FFF2-40B4-BE49-F238E27FC236}">
                  <a16:creationId xmlns:a16="http://schemas.microsoft.com/office/drawing/2014/main" id="{CEE87024-D9DF-47F3-EDF7-6AEA39EE300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Freeform: Shape 76">
              <a:extLst>
                <a:ext uri="{FF2B5EF4-FFF2-40B4-BE49-F238E27FC236}">
                  <a16:creationId xmlns:a16="http://schemas.microsoft.com/office/drawing/2014/main" id="{D10AAC56-B300-294B-E362-6769DFFC7AF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9232645A-DCF2-6FC0-BBC2-EB0E449F800D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44000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D8C439C6-54DC-DF23-CBD2-9AEBDF8CA0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43005" cy="575049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BE03070-7B2F-FC2D-3955-D5007BFE95C2}"/>
              </a:ext>
            </a:extLst>
          </p:cNvPr>
          <p:cNvGrpSpPr/>
          <p:nvPr/>
        </p:nvGrpSpPr>
        <p:grpSpPr>
          <a:xfrm>
            <a:off x="861755" y="2221307"/>
            <a:ext cx="6082730" cy="3208004"/>
            <a:chOff x="1080070" y="2478001"/>
            <a:chExt cx="6082730" cy="3208004"/>
          </a:xfrm>
        </p:grpSpPr>
        <p:sp>
          <p:nvSpPr>
            <p:cNvPr id="3" name="object 3"/>
            <p:cNvSpPr txBox="1"/>
            <p:nvPr/>
          </p:nvSpPr>
          <p:spPr>
            <a:xfrm>
              <a:off x="2819400" y="3555747"/>
              <a:ext cx="1524000" cy="838200"/>
            </a:xfrm>
            <a:prstGeom prst="rect">
              <a:avLst/>
            </a:prstGeom>
            <a:ln w="25400">
              <a:solidFill>
                <a:srgbClr val="292934"/>
              </a:solidFill>
            </a:ln>
          </p:spPr>
          <p:txBody>
            <a:bodyPr vert="horz" wrap="square" lIns="0" tIns="19367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1525"/>
                </a:spcBef>
              </a:pP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Combinational</a:t>
              </a:r>
              <a:endParaRPr sz="1600">
                <a:latin typeface="Arial MT"/>
                <a:cs typeface="Arial MT"/>
              </a:endParaRPr>
            </a:p>
            <a:p>
              <a:pPr algn="ctr">
                <a:lnSpc>
                  <a:spcPct val="100000"/>
                </a:lnSpc>
                <a:spcBef>
                  <a:spcPts val="190"/>
                </a:spcBef>
              </a:pP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logic</a:t>
              </a:r>
              <a:endParaRPr sz="1600">
                <a:latin typeface="Arial MT"/>
                <a:cs typeface="Arial MT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334000" y="3555747"/>
              <a:ext cx="1524000" cy="838200"/>
            </a:xfrm>
            <a:custGeom>
              <a:avLst/>
              <a:gdLst/>
              <a:ahLst/>
              <a:cxnLst/>
              <a:rect l="l" t="t" r="r" b="b"/>
              <a:pathLst>
                <a:path w="1524000" h="838200">
                  <a:moveTo>
                    <a:pt x="0" y="838200"/>
                  </a:moveTo>
                  <a:lnTo>
                    <a:pt x="1524000" y="838200"/>
                  </a:lnTo>
                  <a:lnTo>
                    <a:pt x="15240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25400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 txBox="1"/>
            <p:nvPr/>
          </p:nvSpPr>
          <p:spPr>
            <a:xfrm>
              <a:off x="2514600" y="3403347"/>
              <a:ext cx="4648200" cy="1676400"/>
            </a:xfrm>
            <a:prstGeom prst="rect">
              <a:avLst/>
            </a:prstGeom>
            <a:ln w="19050">
              <a:solidFill>
                <a:srgbClr val="292934"/>
              </a:solidFill>
            </a:ln>
          </p:spPr>
          <p:txBody>
            <a:bodyPr vert="horz" wrap="square" lIns="0" tIns="112395" rIns="0" bIns="0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885"/>
                </a:spcBef>
              </a:pPr>
              <a:endParaRPr sz="1600" dirty="0">
                <a:latin typeface="Times New Roman"/>
                <a:cs typeface="Times New Roman"/>
              </a:endParaRPr>
            </a:p>
            <a:p>
              <a:pPr marR="690245" algn="r">
                <a:lnSpc>
                  <a:spcPct val="100000"/>
                </a:lnSpc>
              </a:pP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Memory</a:t>
              </a:r>
              <a:endParaRPr sz="1600" dirty="0">
                <a:latin typeface="Arial MT"/>
                <a:cs typeface="Arial MT"/>
              </a:endParaRPr>
            </a:p>
            <a:p>
              <a:pPr marR="646430" algn="r">
                <a:lnSpc>
                  <a:spcPct val="100000"/>
                </a:lnSpc>
                <a:spcBef>
                  <a:spcPts val="195"/>
                </a:spcBef>
              </a:pP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elements</a:t>
              </a:r>
              <a:endParaRPr sz="1600" dirty="0">
                <a:latin typeface="Arial MT"/>
                <a:cs typeface="Arial MT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086100" y="3022347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38100" y="50800"/>
                  </a:moveTo>
                  <a:lnTo>
                    <a:pt x="28575" y="57150"/>
                  </a:lnTo>
                  <a:lnTo>
                    <a:pt x="28575" y="533400"/>
                  </a:lnTo>
                  <a:lnTo>
                    <a:pt x="47625" y="533400"/>
                  </a:lnTo>
                  <a:lnTo>
                    <a:pt x="47625" y="57150"/>
                  </a:lnTo>
                  <a:lnTo>
                    <a:pt x="38100" y="50800"/>
                  </a:lnTo>
                  <a:close/>
                </a:path>
                <a:path w="76200" h="533400">
                  <a:moveTo>
                    <a:pt x="38100" y="0"/>
                  </a:moveTo>
                  <a:lnTo>
                    <a:pt x="0" y="76200"/>
                  </a:lnTo>
                  <a:lnTo>
                    <a:pt x="28575" y="57150"/>
                  </a:lnTo>
                  <a:lnTo>
                    <a:pt x="28575" y="50800"/>
                  </a:lnTo>
                  <a:lnTo>
                    <a:pt x="63500" y="50800"/>
                  </a:lnTo>
                  <a:lnTo>
                    <a:pt x="38100" y="0"/>
                  </a:lnTo>
                  <a:close/>
                </a:path>
                <a:path w="76200" h="533400">
                  <a:moveTo>
                    <a:pt x="63500" y="50800"/>
                  </a:moveTo>
                  <a:lnTo>
                    <a:pt x="47625" y="50800"/>
                  </a:lnTo>
                  <a:lnTo>
                    <a:pt x="47625" y="57150"/>
                  </a:lnTo>
                  <a:lnTo>
                    <a:pt x="76200" y="76200"/>
                  </a:lnTo>
                  <a:lnTo>
                    <a:pt x="63500" y="50800"/>
                  </a:lnTo>
                  <a:close/>
                </a:path>
                <a:path w="76200" h="533400">
                  <a:moveTo>
                    <a:pt x="38100" y="50800"/>
                  </a:moveTo>
                  <a:lnTo>
                    <a:pt x="28575" y="50800"/>
                  </a:lnTo>
                  <a:lnTo>
                    <a:pt x="28575" y="57150"/>
                  </a:lnTo>
                  <a:lnTo>
                    <a:pt x="38100" y="50800"/>
                  </a:lnTo>
                  <a:close/>
                </a:path>
                <a:path w="76200" h="533400">
                  <a:moveTo>
                    <a:pt x="47625" y="50800"/>
                  </a:moveTo>
                  <a:lnTo>
                    <a:pt x="38100" y="50800"/>
                  </a:lnTo>
                  <a:lnTo>
                    <a:pt x="47625" y="57150"/>
                  </a:lnTo>
                  <a:lnTo>
                    <a:pt x="47625" y="5080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3300" y="3022347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38100" y="50800"/>
                  </a:moveTo>
                  <a:lnTo>
                    <a:pt x="28575" y="57150"/>
                  </a:lnTo>
                  <a:lnTo>
                    <a:pt x="28575" y="533400"/>
                  </a:lnTo>
                  <a:lnTo>
                    <a:pt x="47625" y="533400"/>
                  </a:lnTo>
                  <a:lnTo>
                    <a:pt x="47625" y="57150"/>
                  </a:lnTo>
                  <a:lnTo>
                    <a:pt x="38100" y="50800"/>
                  </a:lnTo>
                  <a:close/>
                </a:path>
                <a:path w="76200" h="533400">
                  <a:moveTo>
                    <a:pt x="38100" y="0"/>
                  </a:moveTo>
                  <a:lnTo>
                    <a:pt x="0" y="76200"/>
                  </a:lnTo>
                  <a:lnTo>
                    <a:pt x="28575" y="57150"/>
                  </a:lnTo>
                  <a:lnTo>
                    <a:pt x="28575" y="50800"/>
                  </a:lnTo>
                  <a:lnTo>
                    <a:pt x="63500" y="50800"/>
                  </a:lnTo>
                  <a:lnTo>
                    <a:pt x="38100" y="0"/>
                  </a:lnTo>
                  <a:close/>
                </a:path>
                <a:path w="76200" h="533400">
                  <a:moveTo>
                    <a:pt x="63500" y="50800"/>
                  </a:moveTo>
                  <a:lnTo>
                    <a:pt x="47625" y="50800"/>
                  </a:lnTo>
                  <a:lnTo>
                    <a:pt x="47625" y="57150"/>
                  </a:lnTo>
                  <a:lnTo>
                    <a:pt x="76200" y="76200"/>
                  </a:lnTo>
                  <a:lnTo>
                    <a:pt x="63500" y="50800"/>
                  </a:lnTo>
                  <a:close/>
                </a:path>
                <a:path w="76200" h="533400">
                  <a:moveTo>
                    <a:pt x="38100" y="50800"/>
                  </a:moveTo>
                  <a:lnTo>
                    <a:pt x="28575" y="50800"/>
                  </a:lnTo>
                  <a:lnTo>
                    <a:pt x="28575" y="57150"/>
                  </a:lnTo>
                  <a:lnTo>
                    <a:pt x="38100" y="50800"/>
                  </a:lnTo>
                  <a:close/>
                </a:path>
                <a:path w="76200" h="533400">
                  <a:moveTo>
                    <a:pt x="47625" y="50800"/>
                  </a:moveTo>
                  <a:lnTo>
                    <a:pt x="38100" y="50800"/>
                  </a:lnTo>
                  <a:lnTo>
                    <a:pt x="47625" y="57150"/>
                  </a:lnTo>
                  <a:lnTo>
                    <a:pt x="47625" y="5080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000500" y="3022347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38100" y="50800"/>
                  </a:moveTo>
                  <a:lnTo>
                    <a:pt x="28575" y="57150"/>
                  </a:lnTo>
                  <a:lnTo>
                    <a:pt x="28575" y="533400"/>
                  </a:lnTo>
                  <a:lnTo>
                    <a:pt x="47625" y="533400"/>
                  </a:lnTo>
                  <a:lnTo>
                    <a:pt x="47625" y="57150"/>
                  </a:lnTo>
                  <a:lnTo>
                    <a:pt x="38100" y="50800"/>
                  </a:lnTo>
                  <a:close/>
                </a:path>
                <a:path w="76200" h="533400">
                  <a:moveTo>
                    <a:pt x="38100" y="0"/>
                  </a:moveTo>
                  <a:lnTo>
                    <a:pt x="0" y="76200"/>
                  </a:lnTo>
                  <a:lnTo>
                    <a:pt x="28575" y="57150"/>
                  </a:lnTo>
                  <a:lnTo>
                    <a:pt x="28575" y="50800"/>
                  </a:lnTo>
                  <a:lnTo>
                    <a:pt x="63500" y="50800"/>
                  </a:lnTo>
                  <a:lnTo>
                    <a:pt x="38100" y="0"/>
                  </a:lnTo>
                  <a:close/>
                </a:path>
                <a:path w="76200" h="533400">
                  <a:moveTo>
                    <a:pt x="63500" y="50800"/>
                  </a:moveTo>
                  <a:lnTo>
                    <a:pt x="47625" y="50800"/>
                  </a:lnTo>
                  <a:lnTo>
                    <a:pt x="47625" y="57150"/>
                  </a:lnTo>
                  <a:lnTo>
                    <a:pt x="76200" y="76200"/>
                  </a:lnTo>
                  <a:lnTo>
                    <a:pt x="63500" y="50800"/>
                  </a:lnTo>
                  <a:close/>
                </a:path>
                <a:path w="76200" h="533400">
                  <a:moveTo>
                    <a:pt x="38100" y="50800"/>
                  </a:moveTo>
                  <a:lnTo>
                    <a:pt x="28575" y="50800"/>
                  </a:lnTo>
                  <a:lnTo>
                    <a:pt x="28575" y="57150"/>
                  </a:lnTo>
                  <a:lnTo>
                    <a:pt x="38100" y="50800"/>
                  </a:lnTo>
                  <a:close/>
                </a:path>
                <a:path w="76200" h="533400">
                  <a:moveTo>
                    <a:pt x="47625" y="50800"/>
                  </a:moveTo>
                  <a:lnTo>
                    <a:pt x="38100" y="50800"/>
                  </a:lnTo>
                  <a:lnTo>
                    <a:pt x="47625" y="57150"/>
                  </a:lnTo>
                  <a:lnTo>
                    <a:pt x="47625" y="5080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78150" y="4393947"/>
              <a:ext cx="76200" cy="990600"/>
            </a:xfrm>
            <a:custGeom>
              <a:avLst/>
              <a:gdLst/>
              <a:ahLst/>
              <a:cxnLst/>
              <a:rect l="l" t="t" r="r" b="b"/>
              <a:pathLst>
                <a:path w="76200" h="990600">
                  <a:moveTo>
                    <a:pt x="38100" y="50800"/>
                  </a:moveTo>
                  <a:lnTo>
                    <a:pt x="28575" y="57150"/>
                  </a:lnTo>
                  <a:lnTo>
                    <a:pt x="28575" y="990600"/>
                  </a:lnTo>
                  <a:lnTo>
                    <a:pt x="47625" y="990600"/>
                  </a:lnTo>
                  <a:lnTo>
                    <a:pt x="47625" y="57150"/>
                  </a:lnTo>
                  <a:lnTo>
                    <a:pt x="38100" y="50800"/>
                  </a:lnTo>
                  <a:close/>
                </a:path>
                <a:path w="76200" h="990600">
                  <a:moveTo>
                    <a:pt x="38100" y="0"/>
                  </a:moveTo>
                  <a:lnTo>
                    <a:pt x="0" y="76200"/>
                  </a:lnTo>
                  <a:lnTo>
                    <a:pt x="28575" y="57150"/>
                  </a:lnTo>
                  <a:lnTo>
                    <a:pt x="28575" y="50800"/>
                  </a:lnTo>
                  <a:lnTo>
                    <a:pt x="63500" y="50800"/>
                  </a:lnTo>
                  <a:lnTo>
                    <a:pt x="38100" y="0"/>
                  </a:lnTo>
                  <a:close/>
                </a:path>
                <a:path w="76200" h="990600">
                  <a:moveTo>
                    <a:pt x="63500" y="50800"/>
                  </a:moveTo>
                  <a:lnTo>
                    <a:pt x="47625" y="50800"/>
                  </a:lnTo>
                  <a:lnTo>
                    <a:pt x="47625" y="57150"/>
                  </a:lnTo>
                  <a:lnTo>
                    <a:pt x="76200" y="76200"/>
                  </a:lnTo>
                  <a:lnTo>
                    <a:pt x="63500" y="50800"/>
                  </a:lnTo>
                  <a:close/>
                </a:path>
                <a:path w="76200" h="990600">
                  <a:moveTo>
                    <a:pt x="38100" y="50800"/>
                  </a:moveTo>
                  <a:lnTo>
                    <a:pt x="28575" y="50800"/>
                  </a:lnTo>
                  <a:lnTo>
                    <a:pt x="28575" y="57150"/>
                  </a:lnTo>
                  <a:lnTo>
                    <a:pt x="38100" y="50800"/>
                  </a:lnTo>
                  <a:close/>
                </a:path>
                <a:path w="76200" h="990600">
                  <a:moveTo>
                    <a:pt x="47625" y="50800"/>
                  </a:moveTo>
                  <a:lnTo>
                    <a:pt x="38100" y="50800"/>
                  </a:lnTo>
                  <a:lnTo>
                    <a:pt x="47625" y="57150"/>
                  </a:lnTo>
                  <a:lnTo>
                    <a:pt x="47625" y="5080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63823" y="4393947"/>
              <a:ext cx="76200" cy="990600"/>
            </a:xfrm>
            <a:custGeom>
              <a:avLst/>
              <a:gdLst/>
              <a:ahLst/>
              <a:cxnLst/>
              <a:rect l="l" t="t" r="r" b="b"/>
              <a:pathLst>
                <a:path w="76200" h="990600">
                  <a:moveTo>
                    <a:pt x="38100" y="50800"/>
                  </a:moveTo>
                  <a:lnTo>
                    <a:pt x="28575" y="57150"/>
                  </a:lnTo>
                  <a:lnTo>
                    <a:pt x="28575" y="990600"/>
                  </a:lnTo>
                  <a:lnTo>
                    <a:pt x="47625" y="990600"/>
                  </a:lnTo>
                  <a:lnTo>
                    <a:pt x="47625" y="57150"/>
                  </a:lnTo>
                  <a:lnTo>
                    <a:pt x="38100" y="50800"/>
                  </a:lnTo>
                  <a:close/>
                </a:path>
                <a:path w="76200" h="990600">
                  <a:moveTo>
                    <a:pt x="38100" y="0"/>
                  </a:moveTo>
                  <a:lnTo>
                    <a:pt x="0" y="76200"/>
                  </a:lnTo>
                  <a:lnTo>
                    <a:pt x="28575" y="57150"/>
                  </a:lnTo>
                  <a:lnTo>
                    <a:pt x="28575" y="50800"/>
                  </a:lnTo>
                  <a:lnTo>
                    <a:pt x="63500" y="50800"/>
                  </a:lnTo>
                  <a:lnTo>
                    <a:pt x="38100" y="0"/>
                  </a:lnTo>
                  <a:close/>
                </a:path>
                <a:path w="76200" h="990600">
                  <a:moveTo>
                    <a:pt x="63500" y="50800"/>
                  </a:moveTo>
                  <a:lnTo>
                    <a:pt x="47625" y="50800"/>
                  </a:lnTo>
                  <a:lnTo>
                    <a:pt x="47625" y="57150"/>
                  </a:lnTo>
                  <a:lnTo>
                    <a:pt x="76200" y="76200"/>
                  </a:lnTo>
                  <a:lnTo>
                    <a:pt x="63500" y="50800"/>
                  </a:lnTo>
                  <a:close/>
                </a:path>
                <a:path w="76200" h="990600">
                  <a:moveTo>
                    <a:pt x="38100" y="50800"/>
                  </a:moveTo>
                  <a:lnTo>
                    <a:pt x="28575" y="50800"/>
                  </a:lnTo>
                  <a:lnTo>
                    <a:pt x="28575" y="57150"/>
                  </a:lnTo>
                  <a:lnTo>
                    <a:pt x="38100" y="50800"/>
                  </a:lnTo>
                  <a:close/>
                </a:path>
                <a:path w="76200" h="990600">
                  <a:moveTo>
                    <a:pt x="47625" y="50800"/>
                  </a:moveTo>
                  <a:lnTo>
                    <a:pt x="38100" y="50800"/>
                  </a:lnTo>
                  <a:lnTo>
                    <a:pt x="47625" y="57150"/>
                  </a:lnTo>
                  <a:lnTo>
                    <a:pt x="47625" y="5080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51148" y="4393947"/>
              <a:ext cx="76200" cy="990600"/>
            </a:xfrm>
            <a:custGeom>
              <a:avLst/>
              <a:gdLst/>
              <a:ahLst/>
              <a:cxnLst/>
              <a:rect l="l" t="t" r="r" b="b"/>
              <a:pathLst>
                <a:path w="76200" h="990600">
                  <a:moveTo>
                    <a:pt x="38100" y="50800"/>
                  </a:moveTo>
                  <a:lnTo>
                    <a:pt x="28575" y="57150"/>
                  </a:lnTo>
                  <a:lnTo>
                    <a:pt x="28575" y="990600"/>
                  </a:lnTo>
                  <a:lnTo>
                    <a:pt x="47625" y="990600"/>
                  </a:lnTo>
                  <a:lnTo>
                    <a:pt x="47625" y="57150"/>
                  </a:lnTo>
                  <a:lnTo>
                    <a:pt x="38100" y="50800"/>
                  </a:lnTo>
                  <a:close/>
                </a:path>
                <a:path w="76200" h="990600">
                  <a:moveTo>
                    <a:pt x="38100" y="0"/>
                  </a:moveTo>
                  <a:lnTo>
                    <a:pt x="0" y="76200"/>
                  </a:lnTo>
                  <a:lnTo>
                    <a:pt x="28575" y="57150"/>
                  </a:lnTo>
                  <a:lnTo>
                    <a:pt x="28575" y="50800"/>
                  </a:lnTo>
                  <a:lnTo>
                    <a:pt x="63500" y="50800"/>
                  </a:lnTo>
                  <a:lnTo>
                    <a:pt x="38100" y="0"/>
                  </a:lnTo>
                  <a:close/>
                </a:path>
                <a:path w="76200" h="990600">
                  <a:moveTo>
                    <a:pt x="63500" y="50800"/>
                  </a:moveTo>
                  <a:lnTo>
                    <a:pt x="47625" y="50800"/>
                  </a:lnTo>
                  <a:lnTo>
                    <a:pt x="47625" y="57150"/>
                  </a:lnTo>
                  <a:lnTo>
                    <a:pt x="76200" y="76200"/>
                  </a:lnTo>
                  <a:lnTo>
                    <a:pt x="63500" y="50800"/>
                  </a:lnTo>
                  <a:close/>
                </a:path>
                <a:path w="76200" h="990600">
                  <a:moveTo>
                    <a:pt x="38100" y="50800"/>
                  </a:moveTo>
                  <a:lnTo>
                    <a:pt x="28575" y="50800"/>
                  </a:lnTo>
                  <a:lnTo>
                    <a:pt x="28575" y="57150"/>
                  </a:lnTo>
                  <a:lnTo>
                    <a:pt x="38100" y="50800"/>
                  </a:lnTo>
                  <a:close/>
                </a:path>
                <a:path w="76200" h="990600">
                  <a:moveTo>
                    <a:pt x="47625" y="50800"/>
                  </a:moveTo>
                  <a:lnTo>
                    <a:pt x="38100" y="50800"/>
                  </a:lnTo>
                  <a:lnTo>
                    <a:pt x="47625" y="57150"/>
                  </a:lnTo>
                  <a:lnTo>
                    <a:pt x="47625" y="5080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51173" y="4393947"/>
              <a:ext cx="76200" cy="990600"/>
            </a:xfrm>
            <a:custGeom>
              <a:avLst/>
              <a:gdLst/>
              <a:ahLst/>
              <a:cxnLst/>
              <a:rect l="l" t="t" r="r" b="b"/>
              <a:pathLst>
                <a:path w="76200" h="990600">
                  <a:moveTo>
                    <a:pt x="38100" y="50800"/>
                  </a:moveTo>
                  <a:lnTo>
                    <a:pt x="28575" y="57150"/>
                  </a:lnTo>
                  <a:lnTo>
                    <a:pt x="28575" y="990600"/>
                  </a:lnTo>
                  <a:lnTo>
                    <a:pt x="47625" y="990600"/>
                  </a:lnTo>
                  <a:lnTo>
                    <a:pt x="47625" y="57150"/>
                  </a:lnTo>
                  <a:lnTo>
                    <a:pt x="38100" y="50800"/>
                  </a:lnTo>
                  <a:close/>
                </a:path>
                <a:path w="76200" h="990600">
                  <a:moveTo>
                    <a:pt x="38100" y="0"/>
                  </a:moveTo>
                  <a:lnTo>
                    <a:pt x="0" y="76200"/>
                  </a:lnTo>
                  <a:lnTo>
                    <a:pt x="28575" y="57150"/>
                  </a:lnTo>
                  <a:lnTo>
                    <a:pt x="28575" y="50800"/>
                  </a:lnTo>
                  <a:lnTo>
                    <a:pt x="63500" y="50800"/>
                  </a:lnTo>
                  <a:lnTo>
                    <a:pt x="38100" y="0"/>
                  </a:lnTo>
                  <a:close/>
                </a:path>
                <a:path w="76200" h="990600">
                  <a:moveTo>
                    <a:pt x="63500" y="50800"/>
                  </a:moveTo>
                  <a:lnTo>
                    <a:pt x="47625" y="50800"/>
                  </a:lnTo>
                  <a:lnTo>
                    <a:pt x="47625" y="57150"/>
                  </a:lnTo>
                  <a:lnTo>
                    <a:pt x="76200" y="76200"/>
                  </a:lnTo>
                  <a:lnTo>
                    <a:pt x="63500" y="50800"/>
                  </a:lnTo>
                  <a:close/>
                </a:path>
                <a:path w="76200" h="990600">
                  <a:moveTo>
                    <a:pt x="38100" y="50800"/>
                  </a:moveTo>
                  <a:lnTo>
                    <a:pt x="28575" y="50800"/>
                  </a:lnTo>
                  <a:lnTo>
                    <a:pt x="28575" y="57150"/>
                  </a:lnTo>
                  <a:lnTo>
                    <a:pt x="38100" y="50800"/>
                  </a:lnTo>
                  <a:close/>
                </a:path>
                <a:path w="76200" h="990600">
                  <a:moveTo>
                    <a:pt x="47625" y="50800"/>
                  </a:moveTo>
                  <a:lnTo>
                    <a:pt x="38100" y="50800"/>
                  </a:lnTo>
                  <a:lnTo>
                    <a:pt x="47625" y="57150"/>
                  </a:lnTo>
                  <a:lnTo>
                    <a:pt x="47625" y="5080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3" name="object 13"/>
            <p:cNvGrpSpPr/>
            <p:nvPr/>
          </p:nvGrpSpPr>
          <p:grpSpPr>
            <a:xfrm>
              <a:off x="3892550" y="3022347"/>
              <a:ext cx="2698750" cy="1914525"/>
              <a:chOff x="3892550" y="2819400"/>
              <a:chExt cx="2698750" cy="1914525"/>
            </a:xfrm>
          </p:grpSpPr>
          <p:sp>
            <p:nvSpPr>
              <p:cNvPr id="14" name="object 14"/>
              <p:cNvSpPr/>
              <p:nvPr/>
            </p:nvSpPr>
            <p:spPr>
              <a:xfrm>
                <a:off x="4343400" y="3619499"/>
                <a:ext cx="5334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81000">
                    <a:moveTo>
                      <a:pt x="533400" y="342900"/>
                    </a:moveTo>
                    <a:lnTo>
                      <a:pt x="514350" y="333375"/>
                    </a:lnTo>
                    <a:lnTo>
                      <a:pt x="457200" y="304800"/>
                    </a:lnTo>
                    <a:lnTo>
                      <a:pt x="476250" y="333375"/>
                    </a:lnTo>
                    <a:lnTo>
                      <a:pt x="0" y="333375"/>
                    </a:lnTo>
                    <a:lnTo>
                      <a:pt x="0" y="352425"/>
                    </a:lnTo>
                    <a:lnTo>
                      <a:pt x="476250" y="352425"/>
                    </a:lnTo>
                    <a:lnTo>
                      <a:pt x="457200" y="381000"/>
                    </a:lnTo>
                    <a:lnTo>
                      <a:pt x="514350" y="352425"/>
                    </a:lnTo>
                    <a:lnTo>
                      <a:pt x="533400" y="342900"/>
                    </a:lnTo>
                    <a:close/>
                  </a:path>
                  <a:path w="533400" h="381000">
                    <a:moveTo>
                      <a:pt x="533400" y="38100"/>
                    </a:moveTo>
                    <a:lnTo>
                      <a:pt x="514350" y="28575"/>
                    </a:lnTo>
                    <a:lnTo>
                      <a:pt x="457200" y="0"/>
                    </a:lnTo>
                    <a:lnTo>
                      <a:pt x="476250" y="28575"/>
                    </a:lnTo>
                    <a:lnTo>
                      <a:pt x="0" y="28575"/>
                    </a:lnTo>
                    <a:lnTo>
                      <a:pt x="0" y="47625"/>
                    </a:lnTo>
                    <a:lnTo>
                      <a:pt x="476250" y="47625"/>
                    </a:lnTo>
                    <a:lnTo>
                      <a:pt x="457200" y="76200"/>
                    </a:lnTo>
                    <a:lnTo>
                      <a:pt x="514350" y="47625"/>
                    </a:lnTo>
                    <a:lnTo>
                      <a:pt x="533400" y="38100"/>
                    </a:lnTo>
                    <a:close/>
                  </a:path>
                </a:pathLst>
              </a:custGeom>
              <a:solidFill>
                <a:srgbClr val="29293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4800600" y="3657600"/>
                <a:ext cx="5334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533400" h="304800">
                    <a:moveTo>
                      <a:pt x="0" y="0"/>
                    </a:moveTo>
                    <a:lnTo>
                      <a:pt x="533400" y="0"/>
                    </a:lnTo>
                  </a:path>
                  <a:path w="533400" h="304800">
                    <a:moveTo>
                      <a:pt x="0" y="304800"/>
                    </a:moveTo>
                    <a:lnTo>
                      <a:pt x="533400" y="304800"/>
                    </a:lnTo>
                  </a:path>
                </a:pathLst>
              </a:custGeom>
              <a:ln w="19050">
                <a:solidFill>
                  <a:srgbClr val="29293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3892550" y="4190999"/>
                <a:ext cx="2730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273050" h="533400">
                    <a:moveTo>
                      <a:pt x="76200" y="76200"/>
                    </a:moveTo>
                    <a:lnTo>
                      <a:pt x="63500" y="50800"/>
                    </a:lnTo>
                    <a:lnTo>
                      <a:pt x="38100" y="0"/>
                    </a:lnTo>
                    <a:lnTo>
                      <a:pt x="0" y="76200"/>
                    </a:lnTo>
                    <a:lnTo>
                      <a:pt x="28575" y="57150"/>
                    </a:lnTo>
                    <a:lnTo>
                      <a:pt x="28575" y="533400"/>
                    </a:lnTo>
                    <a:lnTo>
                      <a:pt x="47625" y="533400"/>
                    </a:lnTo>
                    <a:lnTo>
                      <a:pt x="47625" y="57150"/>
                    </a:lnTo>
                    <a:lnTo>
                      <a:pt x="76200" y="76200"/>
                    </a:lnTo>
                    <a:close/>
                  </a:path>
                  <a:path w="273050" h="533400">
                    <a:moveTo>
                      <a:pt x="273050" y="76200"/>
                    </a:moveTo>
                    <a:lnTo>
                      <a:pt x="260350" y="50800"/>
                    </a:lnTo>
                    <a:lnTo>
                      <a:pt x="234950" y="0"/>
                    </a:lnTo>
                    <a:lnTo>
                      <a:pt x="196850" y="76200"/>
                    </a:lnTo>
                    <a:lnTo>
                      <a:pt x="225425" y="57150"/>
                    </a:lnTo>
                    <a:lnTo>
                      <a:pt x="225425" y="328549"/>
                    </a:lnTo>
                    <a:lnTo>
                      <a:pt x="244475" y="328549"/>
                    </a:lnTo>
                    <a:lnTo>
                      <a:pt x="244475" y="57150"/>
                    </a:lnTo>
                    <a:lnTo>
                      <a:pt x="273050" y="76200"/>
                    </a:lnTo>
                    <a:close/>
                  </a:path>
                </a:pathLst>
              </a:custGeom>
              <a:solidFill>
                <a:srgbClr val="29293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3948176" y="4191000"/>
                <a:ext cx="1843405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1843404" h="533400">
                    <a:moveTo>
                      <a:pt x="180975" y="312674"/>
                    </a:moveTo>
                    <a:lnTo>
                      <a:pt x="1620774" y="323850"/>
                    </a:lnTo>
                  </a:path>
                  <a:path w="1843404" h="533400">
                    <a:moveTo>
                      <a:pt x="0" y="523875"/>
                    </a:moveTo>
                    <a:lnTo>
                      <a:pt x="1843024" y="533400"/>
                    </a:lnTo>
                  </a:path>
                  <a:path w="1843404" h="533400">
                    <a:moveTo>
                      <a:pt x="1619250" y="0"/>
                    </a:moveTo>
                    <a:lnTo>
                      <a:pt x="1614424" y="331724"/>
                    </a:lnTo>
                  </a:path>
                  <a:path w="1843404" h="533400">
                    <a:moveTo>
                      <a:pt x="1843024" y="0"/>
                    </a:moveTo>
                    <a:lnTo>
                      <a:pt x="1843024" y="533400"/>
                    </a:lnTo>
                  </a:path>
                </a:pathLst>
              </a:custGeom>
              <a:ln w="19050">
                <a:solidFill>
                  <a:srgbClr val="29293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5600700" y="2819399"/>
                <a:ext cx="9906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990600" h="533400">
                    <a:moveTo>
                      <a:pt x="76200" y="76200"/>
                    </a:moveTo>
                    <a:lnTo>
                      <a:pt x="63500" y="50800"/>
                    </a:lnTo>
                    <a:lnTo>
                      <a:pt x="38100" y="0"/>
                    </a:lnTo>
                    <a:lnTo>
                      <a:pt x="0" y="76200"/>
                    </a:lnTo>
                    <a:lnTo>
                      <a:pt x="28575" y="57150"/>
                    </a:lnTo>
                    <a:lnTo>
                      <a:pt x="28575" y="533400"/>
                    </a:lnTo>
                    <a:lnTo>
                      <a:pt x="47625" y="533400"/>
                    </a:lnTo>
                    <a:lnTo>
                      <a:pt x="47625" y="57150"/>
                    </a:lnTo>
                    <a:lnTo>
                      <a:pt x="76200" y="76200"/>
                    </a:lnTo>
                    <a:close/>
                  </a:path>
                  <a:path w="990600" h="533400">
                    <a:moveTo>
                      <a:pt x="533400" y="76200"/>
                    </a:moveTo>
                    <a:lnTo>
                      <a:pt x="520700" y="50800"/>
                    </a:lnTo>
                    <a:lnTo>
                      <a:pt x="495300" y="0"/>
                    </a:lnTo>
                    <a:lnTo>
                      <a:pt x="457200" y="76200"/>
                    </a:lnTo>
                    <a:lnTo>
                      <a:pt x="485775" y="57150"/>
                    </a:lnTo>
                    <a:lnTo>
                      <a:pt x="485775" y="533400"/>
                    </a:lnTo>
                    <a:lnTo>
                      <a:pt x="504825" y="533400"/>
                    </a:lnTo>
                    <a:lnTo>
                      <a:pt x="504825" y="57150"/>
                    </a:lnTo>
                    <a:lnTo>
                      <a:pt x="533400" y="76200"/>
                    </a:lnTo>
                    <a:close/>
                  </a:path>
                  <a:path w="990600" h="533400">
                    <a:moveTo>
                      <a:pt x="990600" y="76200"/>
                    </a:moveTo>
                    <a:lnTo>
                      <a:pt x="977900" y="50800"/>
                    </a:lnTo>
                    <a:lnTo>
                      <a:pt x="952500" y="0"/>
                    </a:lnTo>
                    <a:lnTo>
                      <a:pt x="914400" y="76200"/>
                    </a:lnTo>
                    <a:lnTo>
                      <a:pt x="942975" y="57150"/>
                    </a:lnTo>
                    <a:lnTo>
                      <a:pt x="942975" y="533400"/>
                    </a:lnTo>
                    <a:lnTo>
                      <a:pt x="962025" y="533400"/>
                    </a:lnTo>
                    <a:lnTo>
                      <a:pt x="962025" y="57150"/>
                    </a:lnTo>
                    <a:lnTo>
                      <a:pt x="990600" y="76200"/>
                    </a:lnTo>
                    <a:close/>
                  </a:path>
                </a:pathLst>
              </a:custGeom>
              <a:solidFill>
                <a:srgbClr val="29293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0" name="object 20"/>
            <p:cNvSpPr txBox="1"/>
            <p:nvPr/>
          </p:nvSpPr>
          <p:spPr>
            <a:xfrm>
              <a:off x="3236214" y="2786253"/>
              <a:ext cx="69088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outputs</a:t>
              </a:r>
              <a:endParaRPr sz="1600">
                <a:latin typeface="Arial MT"/>
                <a:cs typeface="Arial MT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5316728" y="2694814"/>
              <a:ext cx="148145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dirty="0">
                  <a:solidFill>
                    <a:srgbClr val="292934"/>
                  </a:solidFill>
                  <a:latin typeface="Arial MT"/>
                  <a:cs typeface="Arial MT"/>
                </a:rPr>
                <a:t>Memory</a:t>
              </a:r>
              <a:r>
                <a:rPr sz="1600" spc="-50" dirty="0">
                  <a:solidFill>
                    <a:srgbClr val="292934"/>
                  </a:solidFill>
                  <a:latin typeface="Arial MT"/>
                  <a:cs typeface="Arial MT"/>
                </a:rPr>
                <a:t> </a:t>
              </a: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outputs</a:t>
              </a:r>
              <a:endParaRPr sz="1600">
                <a:latin typeface="Arial MT"/>
                <a:cs typeface="Arial MT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1740071" y="5427601"/>
              <a:ext cx="2476615" cy="258404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925830">
                <a:lnSpc>
                  <a:spcPct val="100000"/>
                </a:lnSpc>
                <a:spcBef>
                  <a:spcPts val="95"/>
                </a:spcBef>
              </a:pPr>
              <a:r>
                <a:rPr sz="1600" dirty="0">
                  <a:solidFill>
                    <a:srgbClr val="292934"/>
                  </a:solidFill>
                  <a:latin typeface="Arial MT"/>
                  <a:cs typeface="Arial MT"/>
                </a:rPr>
                <a:t>External</a:t>
              </a:r>
              <a:r>
                <a:rPr sz="1600" spc="-45" dirty="0">
                  <a:solidFill>
                    <a:srgbClr val="292934"/>
                  </a:solidFill>
                  <a:latin typeface="Arial MT"/>
                  <a:cs typeface="Arial MT"/>
                </a:rPr>
                <a:t> </a:t>
              </a: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inputs</a:t>
              </a:r>
              <a:endParaRPr sz="1600" dirty="0">
                <a:latin typeface="Arial MT"/>
                <a:cs typeface="Arial MT"/>
              </a:endParaRP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440D4D1-838E-4B5A-05D4-9F5A02D8194F}"/>
                </a:ext>
              </a:extLst>
            </p:cNvPr>
            <p:cNvSpPr txBox="1"/>
            <p:nvPr/>
          </p:nvSpPr>
          <p:spPr>
            <a:xfrm>
              <a:off x="1080070" y="2478001"/>
              <a:ext cx="33616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09420" algn="ctr">
                <a:lnSpc>
                  <a:spcPct val="100000"/>
                </a:lnSpc>
                <a:spcBef>
                  <a:spcPts val="1964"/>
                </a:spcBef>
              </a:pPr>
              <a:r>
                <a:rPr lang="en-IN" sz="1800" spc="-10" dirty="0">
                  <a:solidFill>
                    <a:srgbClr val="292934"/>
                  </a:solidFill>
                  <a:latin typeface="Arial MT"/>
                  <a:cs typeface="Arial MT"/>
                </a:rPr>
                <a:t>Combinational</a:t>
              </a:r>
              <a:endParaRPr lang="en-IN" sz="1800" dirty="0">
                <a:latin typeface="Arial MT"/>
                <a:cs typeface="Arial MT"/>
              </a:endParaRPr>
            </a:p>
          </p:txBody>
        </p:sp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41D45E7-3B6D-9C89-328D-73DF16756134}"/>
              </a:ext>
            </a:extLst>
          </p:cNvPr>
          <p:cNvSpPr txBox="1"/>
          <p:nvPr/>
        </p:nvSpPr>
        <p:spPr>
          <a:xfrm>
            <a:off x="617145" y="5801221"/>
            <a:ext cx="8106832" cy="40011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75"/>
              </a:spcBef>
            </a:pPr>
            <a:r>
              <a:rPr lang="en-US" sz="2000" b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lang="en-US" sz="2000" b="1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en-US" sz="2000" b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ircuit</a:t>
            </a:r>
            <a:r>
              <a:rPr lang="en-US" sz="2000" b="1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</a:t>
            </a:r>
            <a:r>
              <a:rPr lang="en-US" sz="2000" b="1" spc="-4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US" sz="2000" b="1" spc="-4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2000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en-US" sz="2000" b="1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15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09903" y="1248047"/>
            <a:ext cx="8429297" cy="4645502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556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sz="2400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745" lvl="1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tabLst>
                <a:tab pos="488315" algn="l"/>
              </a:tabLst>
            </a:pPr>
            <a:r>
              <a:rPr lang="en-IN" sz="20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spc="-8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sz="20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sz="20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000" spc="-1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0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</a:t>
            </a:r>
            <a:r>
              <a:rPr sz="20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745" lvl="1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tabLst>
                <a:tab pos="488315" algn="l"/>
              </a:tabLst>
            </a:pPr>
            <a:r>
              <a:rPr lang="en-IN" sz="20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000" spc="-8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sz="20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sz="20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0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0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Arial" panose="020B0604020202020204" pitchFamily="34" charset="0"/>
              <a:buChar char="•"/>
              <a:tabLst>
                <a:tab pos="194945" algn="l"/>
                <a:tab pos="6068060" algn="l"/>
              </a:tabLst>
            </a:pPr>
            <a:r>
              <a:rPr sz="2400" i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Multivibrator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7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sz="2400" spc="-7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circuits.</a:t>
            </a:r>
            <a:r>
              <a:rPr lang="en-IN"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be: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745" lvl="1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tabLst>
                <a:tab pos="488315" algn="l"/>
              </a:tabLst>
            </a:pPr>
            <a:r>
              <a:rPr lang="en-IN" sz="20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Bistable</a:t>
            </a:r>
            <a:r>
              <a:rPr lang="en-IN" sz="2000" i="1" spc="-5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sz="20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sz="20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111" lvl="1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tabLst>
                <a:tab pos="488315" algn="l"/>
              </a:tabLst>
            </a:pPr>
            <a:r>
              <a:rPr lang="en-IN" sz="20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Monostable</a:t>
            </a:r>
            <a:r>
              <a:rPr lang="en-IN" sz="2000" i="1" spc="-5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i="1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</a:t>
            </a:r>
            <a:r>
              <a:rPr sz="20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</a:t>
            </a:r>
            <a:r>
              <a:rPr sz="2000" i="1" spc="-4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sz="20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sz="20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745" lvl="1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85000"/>
              <a:buFont typeface="Arial" panose="020B0604020202020204" pitchFamily="34" charset="0"/>
              <a:buChar char="•"/>
              <a:tabLst>
                <a:tab pos="488315" algn="l"/>
              </a:tabLst>
            </a:pPr>
            <a:r>
              <a:rPr lang="en-IN" sz="20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Astable</a:t>
            </a:r>
            <a:r>
              <a:rPr lang="en-IN" sz="2000" i="1" spc="-5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(no</a:t>
            </a:r>
            <a:r>
              <a:rPr sz="20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r>
              <a:rPr sz="20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Bistable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devices: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latches</a:t>
            </a:r>
            <a:r>
              <a:rPr sz="2400" i="1" spc="-6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r>
              <a:rPr sz="24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374015" indent="-342900" algn="just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Latches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flops</a:t>
            </a:r>
            <a:r>
              <a:rPr sz="2400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changing</a:t>
            </a:r>
            <a:r>
              <a:rPr sz="2400" spc="-8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z="2400" spc="-9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F8E7E1B-CCDC-FF1D-9496-F2D000C5AF28}"/>
              </a:ext>
            </a:extLst>
          </p:cNvPr>
          <p:cNvGrpSpPr/>
          <p:nvPr/>
        </p:nvGrpSpPr>
        <p:grpSpPr>
          <a:xfrm>
            <a:off x="0" y="6248400"/>
            <a:ext cx="9144000" cy="60960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A67BC45-FECD-048A-62C4-3E575DED75B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78C417E-5839-088C-3081-407B6C717E3A}"/>
                </a:ext>
              </a:extLst>
            </p:cNvPr>
            <p:cNvGrpSpPr/>
            <p:nvPr/>
          </p:nvGrpSpPr>
          <p:grpSpPr>
            <a:xfrm>
              <a:off x="160078" y="6467142"/>
              <a:ext cx="4087740" cy="273465"/>
              <a:chOff x="4366684" y="2926127"/>
              <a:chExt cx="3278335" cy="2571063"/>
            </a:xfrm>
            <a:grpFill/>
          </p:grpSpPr>
          <p:sp>
            <p:nvSpPr>
              <p:cNvPr id="8" name="Freeform: Shape 6">
                <a:extLst>
                  <a:ext uri="{FF2B5EF4-FFF2-40B4-BE49-F238E27FC236}">
                    <a16:creationId xmlns:a16="http://schemas.microsoft.com/office/drawing/2014/main" id="{72FA712A-A361-9AFD-1B89-9F2F00D2B990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9" name="Freeform: Shape 7">
                <a:extLst>
                  <a:ext uri="{FF2B5EF4-FFF2-40B4-BE49-F238E27FC236}">
                    <a16:creationId xmlns:a16="http://schemas.microsoft.com/office/drawing/2014/main" id="{42150F6E-58E1-A1A9-687B-0CA1ED261F0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" name="Freeform: Shape 8">
                <a:extLst>
                  <a:ext uri="{FF2B5EF4-FFF2-40B4-BE49-F238E27FC236}">
                    <a16:creationId xmlns:a16="http://schemas.microsoft.com/office/drawing/2014/main" id="{361B60CA-8E01-741A-3B20-B41132AF1A2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" name="Freeform: Shape 9">
                <a:extLst>
                  <a:ext uri="{FF2B5EF4-FFF2-40B4-BE49-F238E27FC236}">
                    <a16:creationId xmlns:a16="http://schemas.microsoft.com/office/drawing/2014/main" id="{F36C0ECF-ECF0-2162-0C9B-912709D5E4EC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" name="Freeform: Shape 10">
                <a:extLst>
                  <a:ext uri="{FF2B5EF4-FFF2-40B4-BE49-F238E27FC236}">
                    <a16:creationId xmlns:a16="http://schemas.microsoft.com/office/drawing/2014/main" id="{852B75F3-9DAD-CA85-0254-46217A4DA74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3" name="Freeform: Shape 11">
                <a:extLst>
                  <a:ext uri="{FF2B5EF4-FFF2-40B4-BE49-F238E27FC236}">
                    <a16:creationId xmlns:a16="http://schemas.microsoft.com/office/drawing/2014/main" id="{A0C31EEA-955E-1779-5226-E94CFBB893C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8B81011-1D0C-7687-9248-5859EC7DCC4F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5" name="Freeform: Shape 13">
                <a:extLst>
                  <a:ext uri="{FF2B5EF4-FFF2-40B4-BE49-F238E27FC236}">
                    <a16:creationId xmlns:a16="http://schemas.microsoft.com/office/drawing/2014/main" id="{F290FF70-D707-81FB-54C5-14FCD1E2D7B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6" name="Freeform: Shape 14">
                <a:extLst>
                  <a:ext uri="{FF2B5EF4-FFF2-40B4-BE49-F238E27FC236}">
                    <a16:creationId xmlns:a16="http://schemas.microsoft.com/office/drawing/2014/main" id="{CAFF20EA-0D52-5A1D-28BC-72C5E1671B9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7" name="Freeform: Shape 15">
                <a:extLst>
                  <a:ext uri="{FF2B5EF4-FFF2-40B4-BE49-F238E27FC236}">
                    <a16:creationId xmlns:a16="http://schemas.microsoft.com/office/drawing/2014/main" id="{039259A8-3095-BD98-275F-D7932EAE3F5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Freeform: Shape 16">
                <a:extLst>
                  <a:ext uri="{FF2B5EF4-FFF2-40B4-BE49-F238E27FC236}">
                    <a16:creationId xmlns:a16="http://schemas.microsoft.com/office/drawing/2014/main" id="{C8EFEA54-E4B6-5362-2760-8E31031B0FF6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Freeform: Shape 17">
                <a:extLst>
                  <a:ext uri="{FF2B5EF4-FFF2-40B4-BE49-F238E27FC236}">
                    <a16:creationId xmlns:a16="http://schemas.microsoft.com/office/drawing/2014/main" id="{F251C5E8-9A77-C204-CC4A-C850E1C6E3F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Freeform: Shape 18">
                <a:extLst>
                  <a:ext uri="{FF2B5EF4-FFF2-40B4-BE49-F238E27FC236}">
                    <a16:creationId xmlns:a16="http://schemas.microsoft.com/office/drawing/2014/main" id="{52F1B4FF-100E-90C4-3757-9EAFA64E830B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Freeform: Shape 19">
                <a:extLst>
                  <a:ext uri="{FF2B5EF4-FFF2-40B4-BE49-F238E27FC236}">
                    <a16:creationId xmlns:a16="http://schemas.microsoft.com/office/drawing/2014/main" id="{6B7F0D92-4362-2337-135A-233FF65A9A1B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Freeform: Shape 20">
                <a:extLst>
                  <a:ext uri="{FF2B5EF4-FFF2-40B4-BE49-F238E27FC236}">
                    <a16:creationId xmlns:a16="http://schemas.microsoft.com/office/drawing/2014/main" id="{4703AABE-A105-EC08-F315-600F38CB2F8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21">
                <a:extLst>
                  <a:ext uri="{FF2B5EF4-FFF2-40B4-BE49-F238E27FC236}">
                    <a16:creationId xmlns:a16="http://schemas.microsoft.com/office/drawing/2014/main" id="{4808B009-0095-5ADA-7CF4-FAC312FBA78B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22">
                <a:extLst>
                  <a:ext uri="{FF2B5EF4-FFF2-40B4-BE49-F238E27FC236}">
                    <a16:creationId xmlns:a16="http://schemas.microsoft.com/office/drawing/2014/main" id="{DCAF30AD-86BA-DA20-BDB5-DE749C0536C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23">
                <a:extLst>
                  <a:ext uri="{FF2B5EF4-FFF2-40B4-BE49-F238E27FC236}">
                    <a16:creationId xmlns:a16="http://schemas.microsoft.com/office/drawing/2014/main" id="{B2A10347-6F7C-6928-0702-EE5B096BB22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24">
                <a:extLst>
                  <a:ext uri="{FF2B5EF4-FFF2-40B4-BE49-F238E27FC236}">
                    <a16:creationId xmlns:a16="http://schemas.microsoft.com/office/drawing/2014/main" id="{D1E04DB6-7327-D80A-89D9-35D779ABE067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25">
                <a:extLst>
                  <a:ext uri="{FF2B5EF4-FFF2-40B4-BE49-F238E27FC236}">
                    <a16:creationId xmlns:a16="http://schemas.microsoft.com/office/drawing/2014/main" id="{BDDED280-4302-A891-0C5A-62282E20FED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26">
                <a:extLst>
                  <a:ext uri="{FF2B5EF4-FFF2-40B4-BE49-F238E27FC236}">
                    <a16:creationId xmlns:a16="http://schemas.microsoft.com/office/drawing/2014/main" id="{5C598723-E676-A322-566D-91F164EB6698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27">
                <a:extLst>
                  <a:ext uri="{FF2B5EF4-FFF2-40B4-BE49-F238E27FC236}">
                    <a16:creationId xmlns:a16="http://schemas.microsoft.com/office/drawing/2014/main" id="{C653CCA2-9295-4676-222E-2FF4DE62F86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28">
                <a:extLst>
                  <a:ext uri="{FF2B5EF4-FFF2-40B4-BE49-F238E27FC236}">
                    <a16:creationId xmlns:a16="http://schemas.microsoft.com/office/drawing/2014/main" id="{A1B9E928-0783-CA73-1488-80C25E352B9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29">
                <a:extLst>
                  <a:ext uri="{FF2B5EF4-FFF2-40B4-BE49-F238E27FC236}">
                    <a16:creationId xmlns:a16="http://schemas.microsoft.com/office/drawing/2014/main" id="{D18F1DC8-16DA-CD90-F664-74FED2D73E7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30">
                <a:extLst>
                  <a:ext uri="{FF2B5EF4-FFF2-40B4-BE49-F238E27FC236}">
                    <a16:creationId xmlns:a16="http://schemas.microsoft.com/office/drawing/2014/main" id="{93361724-BA33-9035-E570-708C2BBA500E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31">
                <a:extLst>
                  <a:ext uri="{FF2B5EF4-FFF2-40B4-BE49-F238E27FC236}">
                    <a16:creationId xmlns:a16="http://schemas.microsoft.com/office/drawing/2014/main" id="{03962086-9304-149B-EE9A-FD1010567615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32">
                <a:extLst>
                  <a:ext uri="{FF2B5EF4-FFF2-40B4-BE49-F238E27FC236}">
                    <a16:creationId xmlns:a16="http://schemas.microsoft.com/office/drawing/2014/main" id="{B687C00D-38B2-ABE4-8D54-CAD020C8344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33">
                <a:extLst>
                  <a:ext uri="{FF2B5EF4-FFF2-40B4-BE49-F238E27FC236}">
                    <a16:creationId xmlns:a16="http://schemas.microsoft.com/office/drawing/2014/main" id="{6713D9D4-6F25-8761-5C96-1FF01BE441E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34">
                <a:extLst>
                  <a:ext uri="{FF2B5EF4-FFF2-40B4-BE49-F238E27FC236}">
                    <a16:creationId xmlns:a16="http://schemas.microsoft.com/office/drawing/2014/main" id="{AF09222B-6EC2-DDB6-A659-5D3745747A2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35">
                <a:extLst>
                  <a:ext uri="{FF2B5EF4-FFF2-40B4-BE49-F238E27FC236}">
                    <a16:creationId xmlns:a16="http://schemas.microsoft.com/office/drawing/2014/main" id="{9A00F6E0-D950-6FB7-E76C-2D445D2CF80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36">
                <a:extLst>
                  <a:ext uri="{FF2B5EF4-FFF2-40B4-BE49-F238E27FC236}">
                    <a16:creationId xmlns:a16="http://schemas.microsoft.com/office/drawing/2014/main" id="{0CA627D7-3807-782F-B8E2-0134F3CFDBD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37">
                <a:extLst>
                  <a:ext uri="{FF2B5EF4-FFF2-40B4-BE49-F238E27FC236}">
                    <a16:creationId xmlns:a16="http://schemas.microsoft.com/office/drawing/2014/main" id="{A3399839-B66F-1521-89E7-E4EF979EA54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38">
                <a:extLst>
                  <a:ext uri="{FF2B5EF4-FFF2-40B4-BE49-F238E27FC236}">
                    <a16:creationId xmlns:a16="http://schemas.microsoft.com/office/drawing/2014/main" id="{F0FEE82D-12FD-2EED-823D-4347259B329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39">
                <a:extLst>
                  <a:ext uri="{FF2B5EF4-FFF2-40B4-BE49-F238E27FC236}">
                    <a16:creationId xmlns:a16="http://schemas.microsoft.com/office/drawing/2014/main" id="{2A0D0B94-A98C-1E5B-C16F-071B08A568D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40">
                <a:extLst>
                  <a:ext uri="{FF2B5EF4-FFF2-40B4-BE49-F238E27FC236}">
                    <a16:creationId xmlns:a16="http://schemas.microsoft.com/office/drawing/2014/main" id="{6B258F24-2E76-2F2C-4678-FE23EB246230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3B5CC8C-D4FA-B03B-9AFE-203FF6C958B1}"/>
              </a:ext>
            </a:extLst>
          </p:cNvPr>
          <p:cNvGrpSpPr/>
          <p:nvPr/>
        </p:nvGrpSpPr>
        <p:grpSpPr>
          <a:xfrm>
            <a:off x="127405" y="6445226"/>
            <a:ext cx="4247638" cy="273465"/>
            <a:chOff x="4366684" y="2926127"/>
            <a:chExt cx="3278335" cy="2571063"/>
          </a:xfrm>
        </p:grpSpPr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8F02B74A-F698-9F95-86A2-D4D4443CD11B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845279D6-E841-96D7-C522-A13214BC4CA9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37C3FD9E-1305-5AF5-C8A1-BAAD3387291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B0CE6CAE-43C8-3B0C-7C2F-33400649B10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DB8AE785-BE24-2297-9353-12A8E7431D5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3E5F942B-D76D-9EE8-5FE0-ED07FB1F7ADD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DCB9C42E-3A15-50F4-813B-78F3D2800DC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795A157E-6C22-ABE0-54F8-30FBD57FB09F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Freeform: Shape 50">
              <a:extLst>
                <a:ext uri="{FF2B5EF4-FFF2-40B4-BE49-F238E27FC236}">
                  <a16:creationId xmlns:a16="http://schemas.microsoft.com/office/drawing/2014/main" id="{94132FE8-E069-79D2-A938-BD92E5EE1EC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Freeform: Shape 51">
              <a:extLst>
                <a:ext uri="{FF2B5EF4-FFF2-40B4-BE49-F238E27FC236}">
                  <a16:creationId xmlns:a16="http://schemas.microsoft.com/office/drawing/2014/main" id="{92961B08-9411-2822-9FC2-E97532C662E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Freeform: Shape 52">
              <a:extLst>
                <a:ext uri="{FF2B5EF4-FFF2-40B4-BE49-F238E27FC236}">
                  <a16:creationId xmlns:a16="http://schemas.microsoft.com/office/drawing/2014/main" id="{1AB97B48-6CCA-0EE9-24FF-C1D5432A99C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: Shape 53">
              <a:extLst>
                <a:ext uri="{FF2B5EF4-FFF2-40B4-BE49-F238E27FC236}">
                  <a16:creationId xmlns:a16="http://schemas.microsoft.com/office/drawing/2014/main" id="{AE3D8E0C-5158-18A1-1CB0-4EFF941CBE4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Freeform: Shape 54">
              <a:extLst>
                <a:ext uri="{FF2B5EF4-FFF2-40B4-BE49-F238E27FC236}">
                  <a16:creationId xmlns:a16="http://schemas.microsoft.com/office/drawing/2014/main" id="{4959DAD1-C947-6AED-D161-D66DA505D6FE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Freeform: Shape 55">
              <a:extLst>
                <a:ext uri="{FF2B5EF4-FFF2-40B4-BE49-F238E27FC236}">
                  <a16:creationId xmlns:a16="http://schemas.microsoft.com/office/drawing/2014/main" id="{C1B5EF74-5B36-32D1-E790-2970E42D407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: Shape 56">
              <a:extLst>
                <a:ext uri="{FF2B5EF4-FFF2-40B4-BE49-F238E27FC236}">
                  <a16:creationId xmlns:a16="http://schemas.microsoft.com/office/drawing/2014/main" id="{22845D4F-F748-9AD2-6777-815AAED9FBA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57">
              <a:extLst>
                <a:ext uri="{FF2B5EF4-FFF2-40B4-BE49-F238E27FC236}">
                  <a16:creationId xmlns:a16="http://schemas.microsoft.com/office/drawing/2014/main" id="{1AF1F56E-F22F-A851-94B8-30DB88D9327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58">
              <a:extLst>
                <a:ext uri="{FF2B5EF4-FFF2-40B4-BE49-F238E27FC236}">
                  <a16:creationId xmlns:a16="http://schemas.microsoft.com/office/drawing/2014/main" id="{9BE59FF8-2AB9-3B14-0E26-0DD706A6D4C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59">
              <a:extLst>
                <a:ext uri="{FF2B5EF4-FFF2-40B4-BE49-F238E27FC236}">
                  <a16:creationId xmlns:a16="http://schemas.microsoft.com/office/drawing/2014/main" id="{123BC890-1431-23B7-4E0C-640C2B198E6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60">
              <a:extLst>
                <a:ext uri="{FF2B5EF4-FFF2-40B4-BE49-F238E27FC236}">
                  <a16:creationId xmlns:a16="http://schemas.microsoft.com/office/drawing/2014/main" id="{F3A3308E-1D15-6E04-A85C-D657DFC6F44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61">
              <a:extLst>
                <a:ext uri="{FF2B5EF4-FFF2-40B4-BE49-F238E27FC236}">
                  <a16:creationId xmlns:a16="http://schemas.microsoft.com/office/drawing/2014/main" id="{D8A9999B-3D7A-D51C-04D4-6B4EF7FFFA0B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62">
              <a:extLst>
                <a:ext uri="{FF2B5EF4-FFF2-40B4-BE49-F238E27FC236}">
                  <a16:creationId xmlns:a16="http://schemas.microsoft.com/office/drawing/2014/main" id="{92744D18-D258-A933-D773-88BDDE61709E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63">
              <a:extLst>
                <a:ext uri="{FF2B5EF4-FFF2-40B4-BE49-F238E27FC236}">
                  <a16:creationId xmlns:a16="http://schemas.microsoft.com/office/drawing/2014/main" id="{6AC70FC3-B127-DFFA-1953-00E3A26C9081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64">
              <a:extLst>
                <a:ext uri="{FF2B5EF4-FFF2-40B4-BE49-F238E27FC236}">
                  <a16:creationId xmlns:a16="http://schemas.microsoft.com/office/drawing/2014/main" id="{1AC421B6-C564-8822-41CE-432C197F476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65">
              <a:extLst>
                <a:ext uri="{FF2B5EF4-FFF2-40B4-BE49-F238E27FC236}">
                  <a16:creationId xmlns:a16="http://schemas.microsoft.com/office/drawing/2014/main" id="{23D1D357-E477-A7FB-5B81-B71B6D4F2F8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66">
              <a:extLst>
                <a:ext uri="{FF2B5EF4-FFF2-40B4-BE49-F238E27FC236}">
                  <a16:creationId xmlns:a16="http://schemas.microsoft.com/office/drawing/2014/main" id="{215C994B-2FBC-8E47-365A-692AD7453B0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67">
              <a:extLst>
                <a:ext uri="{FF2B5EF4-FFF2-40B4-BE49-F238E27FC236}">
                  <a16:creationId xmlns:a16="http://schemas.microsoft.com/office/drawing/2014/main" id="{F79A9923-5E43-A950-E300-E7B8D86FFC74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68">
              <a:extLst>
                <a:ext uri="{FF2B5EF4-FFF2-40B4-BE49-F238E27FC236}">
                  <a16:creationId xmlns:a16="http://schemas.microsoft.com/office/drawing/2014/main" id="{61E632CA-5BAB-5554-ECA7-B83529A9954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69">
              <a:extLst>
                <a:ext uri="{FF2B5EF4-FFF2-40B4-BE49-F238E27FC236}">
                  <a16:creationId xmlns:a16="http://schemas.microsoft.com/office/drawing/2014/main" id="{BA136E84-B32C-C324-61D6-9C4567B6601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70">
              <a:extLst>
                <a:ext uri="{FF2B5EF4-FFF2-40B4-BE49-F238E27FC236}">
                  <a16:creationId xmlns:a16="http://schemas.microsoft.com/office/drawing/2014/main" id="{BF1C3D87-38EE-6459-86C5-C4AB2FC7E59A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71">
              <a:extLst>
                <a:ext uri="{FF2B5EF4-FFF2-40B4-BE49-F238E27FC236}">
                  <a16:creationId xmlns:a16="http://schemas.microsoft.com/office/drawing/2014/main" id="{6356388D-6D9A-02EB-C0BE-534A98C29DC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72">
              <a:extLst>
                <a:ext uri="{FF2B5EF4-FFF2-40B4-BE49-F238E27FC236}">
                  <a16:creationId xmlns:a16="http://schemas.microsoft.com/office/drawing/2014/main" id="{9A5ED3FB-EFD2-FCA7-A645-9416B03BC82C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73">
              <a:extLst>
                <a:ext uri="{FF2B5EF4-FFF2-40B4-BE49-F238E27FC236}">
                  <a16:creationId xmlns:a16="http://schemas.microsoft.com/office/drawing/2014/main" id="{DA272CBB-C3B9-18DA-7EF5-CD0EA674768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74">
              <a:extLst>
                <a:ext uri="{FF2B5EF4-FFF2-40B4-BE49-F238E27FC236}">
                  <a16:creationId xmlns:a16="http://schemas.microsoft.com/office/drawing/2014/main" id="{B390AA16-79A1-AC2D-8515-8EF255E2074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75">
              <a:extLst>
                <a:ext uri="{FF2B5EF4-FFF2-40B4-BE49-F238E27FC236}">
                  <a16:creationId xmlns:a16="http://schemas.microsoft.com/office/drawing/2014/main" id="{CEE87024-D9DF-47F3-EDF7-6AEA39EE300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76">
              <a:extLst>
                <a:ext uri="{FF2B5EF4-FFF2-40B4-BE49-F238E27FC236}">
                  <a16:creationId xmlns:a16="http://schemas.microsoft.com/office/drawing/2014/main" id="{D10AAC56-B300-294B-E362-6769DFFC7AF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9" name="Title 1">
            <a:extLst>
              <a:ext uri="{FF2B5EF4-FFF2-40B4-BE49-F238E27FC236}">
                <a16:creationId xmlns:a16="http://schemas.microsoft.com/office/drawing/2014/main" id="{9F2525F8-A875-2EEF-2A2C-622F8AB08E8B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44000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C8D45353-DC7B-6F29-740A-38EA305F37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43005" cy="57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173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77574" y="1284478"/>
            <a:ext cx="8461626" cy="74379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5080" rIns="0" bIns="0" rtlCol="0">
            <a:spAutoFit/>
          </a:bodyPr>
          <a:lstStyle/>
          <a:p>
            <a:pPr marL="12065" marR="5080" algn="ctr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18750"/>
              <a:tabLst>
                <a:tab pos="194945" algn="l"/>
              </a:tabLst>
            </a:pPr>
            <a:r>
              <a:rPr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400" b="1" spc="-8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8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b="1" dirty="0" err="1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lement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8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remember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spc="-8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indefinitely,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8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</a:t>
            </a:r>
            <a:r>
              <a:rPr sz="2400" spc="-7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sz="2400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186" y="3548553"/>
            <a:ext cx="8426013" cy="36817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070"/>
              </a:lnSpc>
              <a:buClr>
                <a:srgbClr val="92A199"/>
              </a:buClr>
              <a:buSzPct val="118750"/>
              <a:tabLst>
                <a:tab pos="194945" algn="l"/>
              </a:tabLst>
            </a:pPr>
            <a:r>
              <a:rPr sz="2400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</a:t>
            </a:r>
            <a:r>
              <a:rPr sz="2400" b="1" spc="-16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400" b="1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able: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9270"/>
              </p:ext>
            </p:extLst>
          </p:nvPr>
        </p:nvGraphicFramePr>
        <p:xfrm>
          <a:off x="2605825" y="4190827"/>
          <a:ext cx="2667635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88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3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marL="191770" marR="143510" indent="-40005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 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(at</a:t>
                      </a: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</a:t>
                      </a:r>
                      <a:r>
                        <a:rPr sz="16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i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016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i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Q(t)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i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Q(t+1)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730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 rowSpan="2">
                  <a:txBody>
                    <a:bodyPr/>
                    <a:lstStyle/>
                    <a:p>
                      <a:pPr marL="106045" marR="98425" indent="1016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Memorise</a:t>
                      </a:r>
                      <a:r>
                        <a:rPr sz="16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  <a:r>
                        <a:rPr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4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98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0" name="Group 89">
            <a:extLst>
              <a:ext uri="{FF2B5EF4-FFF2-40B4-BE49-F238E27FC236}">
                <a16:creationId xmlns:a16="http://schemas.microsoft.com/office/drawing/2014/main" id="{7941013D-9506-E4DB-B4C0-82DB09DFC6B3}"/>
              </a:ext>
            </a:extLst>
          </p:cNvPr>
          <p:cNvGrpSpPr/>
          <p:nvPr/>
        </p:nvGrpSpPr>
        <p:grpSpPr>
          <a:xfrm>
            <a:off x="2088345" y="2426129"/>
            <a:ext cx="5024501" cy="838200"/>
            <a:chOff x="2475357" y="2590800"/>
            <a:chExt cx="5024501" cy="838200"/>
          </a:xfrm>
        </p:grpSpPr>
        <p:sp>
          <p:nvSpPr>
            <p:cNvPr id="6" name="object 6"/>
            <p:cNvSpPr txBox="1"/>
            <p:nvPr/>
          </p:nvSpPr>
          <p:spPr>
            <a:xfrm>
              <a:off x="2475357" y="2918841"/>
              <a:ext cx="91694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command</a:t>
              </a:r>
              <a:endParaRPr sz="1600">
                <a:latin typeface="Arial MT"/>
                <a:cs typeface="Arial MT"/>
              </a:endParaRPr>
            </a:p>
          </p:txBody>
        </p:sp>
        <p:sp>
          <p:nvSpPr>
            <p:cNvPr id="7" name="object 7"/>
            <p:cNvSpPr txBox="1"/>
            <p:nvPr/>
          </p:nvSpPr>
          <p:spPr>
            <a:xfrm>
              <a:off x="4197350" y="2590800"/>
              <a:ext cx="1365250" cy="838200"/>
            </a:xfrm>
            <a:prstGeom prst="rect">
              <a:avLst/>
            </a:prstGeom>
            <a:ln w="25400">
              <a:solidFill>
                <a:srgbClr val="292934"/>
              </a:solidFill>
            </a:ln>
          </p:spPr>
          <p:txBody>
            <a:bodyPr vert="horz" wrap="square" lIns="0" tIns="146050" rIns="0" bIns="0" rtlCol="0">
              <a:spAutoFit/>
            </a:bodyPr>
            <a:lstStyle/>
            <a:p>
              <a:pPr marL="317500" marR="309880" indent="-3175">
                <a:lnSpc>
                  <a:spcPct val="100000"/>
                </a:lnSpc>
                <a:spcBef>
                  <a:spcPts val="1150"/>
                </a:spcBef>
              </a:pP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Memory element</a:t>
              </a:r>
              <a:endParaRPr sz="1600" dirty="0">
                <a:latin typeface="Arial MT"/>
                <a:cs typeface="Arial MT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505200" y="2979673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635000" y="38100"/>
                  </a:moveTo>
                  <a:lnTo>
                    <a:pt x="609600" y="76200"/>
                  </a:lnTo>
                  <a:lnTo>
                    <a:pt x="666750" y="47625"/>
                  </a:lnTo>
                  <a:lnTo>
                    <a:pt x="635000" y="47625"/>
                  </a:lnTo>
                  <a:lnTo>
                    <a:pt x="635000" y="38100"/>
                  </a:lnTo>
                  <a:close/>
                </a:path>
                <a:path w="685800" h="76200">
                  <a:moveTo>
                    <a:pt x="62865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628650" y="47625"/>
                  </a:lnTo>
                  <a:lnTo>
                    <a:pt x="635000" y="38100"/>
                  </a:lnTo>
                  <a:lnTo>
                    <a:pt x="628650" y="28575"/>
                  </a:lnTo>
                  <a:close/>
                </a:path>
                <a:path w="685800" h="76200">
                  <a:moveTo>
                    <a:pt x="666750" y="28575"/>
                  </a:moveTo>
                  <a:lnTo>
                    <a:pt x="635000" y="28575"/>
                  </a:lnTo>
                  <a:lnTo>
                    <a:pt x="635000" y="47625"/>
                  </a:lnTo>
                  <a:lnTo>
                    <a:pt x="666750" y="47625"/>
                  </a:lnTo>
                  <a:lnTo>
                    <a:pt x="685800" y="38100"/>
                  </a:lnTo>
                  <a:lnTo>
                    <a:pt x="666750" y="28575"/>
                  </a:lnTo>
                  <a:close/>
                </a:path>
                <a:path w="685800" h="76200">
                  <a:moveTo>
                    <a:pt x="609600" y="0"/>
                  </a:moveTo>
                  <a:lnTo>
                    <a:pt x="635000" y="38100"/>
                  </a:lnTo>
                  <a:lnTo>
                    <a:pt x="635000" y="28575"/>
                  </a:lnTo>
                  <a:lnTo>
                    <a:pt x="666750" y="28575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6368288" y="2918841"/>
              <a:ext cx="113157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dirty="0">
                  <a:solidFill>
                    <a:srgbClr val="292934"/>
                  </a:solidFill>
                  <a:latin typeface="Arial MT"/>
                  <a:cs typeface="Arial MT"/>
                </a:rPr>
                <a:t>stored</a:t>
              </a:r>
              <a:r>
                <a:rPr sz="1600" spc="-70" dirty="0">
                  <a:solidFill>
                    <a:srgbClr val="292934"/>
                  </a:solidFill>
                  <a:latin typeface="Arial MT"/>
                  <a:cs typeface="Arial MT"/>
                </a:rPr>
                <a:t> </a:t>
              </a: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value</a:t>
              </a:r>
              <a:endParaRPr sz="1600">
                <a:latin typeface="Arial MT"/>
                <a:cs typeface="Arial MT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5562600" y="2979673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>
                  <a:moveTo>
                    <a:pt x="635000" y="38100"/>
                  </a:moveTo>
                  <a:lnTo>
                    <a:pt x="609600" y="76200"/>
                  </a:lnTo>
                  <a:lnTo>
                    <a:pt x="666750" y="47625"/>
                  </a:lnTo>
                  <a:lnTo>
                    <a:pt x="635000" y="47625"/>
                  </a:lnTo>
                  <a:lnTo>
                    <a:pt x="635000" y="38100"/>
                  </a:lnTo>
                  <a:close/>
                </a:path>
                <a:path w="685800" h="76200">
                  <a:moveTo>
                    <a:pt x="628650" y="28575"/>
                  </a:moveTo>
                  <a:lnTo>
                    <a:pt x="0" y="28575"/>
                  </a:lnTo>
                  <a:lnTo>
                    <a:pt x="0" y="47625"/>
                  </a:lnTo>
                  <a:lnTo>
                    <a:pt x="628650" y="47625"/>
                  </a:lnTo>
                  <a:lnTo>
                    <a:pt x="635000" y="38100"/>
                  </a:lnTo>
                  <a:lnTo>
                    <a:pt x="628650" y="28575"/>
                  </a:lnTo>
                  <a:close/>
                </a:path>
                <a:path w="685800" h="76200">
                  <a:moveTo>
                    <a:pt x="666750" y="28575"/>
                  </a:moveTo>
                  <a:lnTo>
                    <a:pt x="635000" y="28575"/>
                  </a:lnTo>
                  <a:lnTo>
                    <a:pt x="635000" y="47625"/>
                  </a:lnTo>
                  <a:lnTo>
                    <a:pt x="666750" y="47625"/>
                  </a:lnTo>
                  <a:lnTo>
                    <a:pt x="685800" y="38100"/>
                  </a:lnTo>
                  <a:lnTo>
                    <a:pt x="666750" y="28575"/>
                  </a:lnTo>
                  <a:close/>
                </a:path>
                <a:path w="685800" h="76200">
                  <a:moveTo>
                    <a:pt x="609600" y="0"/>
                  </a:moveTo>
                  <a:lnTo>
                    <a:pt x="635000" y="38100"/>
                  </a:lnTo>
                  <a:lnTo>
                    <a:pt x="635000" y="28575"/>
                  </a:lnTo>
                  <a:lnTo>
                    <a:pt x="666750" y="28575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 txBox="1"/>
            <p:nvPr/>
          </p:nvSpPr>
          <p:spPr>
            <a:xfrm>
              <a:off x="5929376" y="2696082"/>
              <a:ext cx="183515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i="1" spc="-50" dirty="0">
                  <a:solidFill>
                    <a:srgbClr val="292934"/>
                  </a:solidFill>
                  <a:latin typeface="Arial"/>
                  <a:cs typeface="Arial"/>
                </a:rPr>
                <a:t>Q</a:t>
              </a:r>
              <a:endParaRPr sz="1600">
                <a:latin typeface="Arial"/>
                <a:cs typeface="Arial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616828" y="4310253"/>
            <a:ext cx="2443480" cy="8592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vert="horz" wrap="square" lIns="0" tIns="149860" rIns="0" bIns="0" rtlCol="0">
            <a:spAutoFit/>
          </a:bodyPr>
          <a:lstStyle/>
          <a:p>
            <a:pPr marL="381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i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Q(t)</a:t>
            </a:r>
            <a:r>
              <a:rPr sz="18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8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1800" dirty="0" err="1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urrent</a:t>
            </a:r>
            <a:r>
              <a:rPr sz="18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800" spc="-10" dirty="0" err="1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1800" i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Q(t+1)</a:t>
            </a:r>
            <a:r>
              <a:rPr sz="1800" i="1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18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i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1800" i="1" baseline="25462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8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800" spc="-1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800" dirty="0" err="1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</a:t>
            </a:r>
            <a:r>
              <a:rPr sz="1800" spc="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800" spc="-10" dirty="0" err="1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F8E7E1B-CCDC-FF1D-9496-F2D000C5AF28}"/>
              </a:ext>
            </a:extLst>
          </p:cNvPr>
          <p:cNvGrpSpPr/>
          <p:nvPr/>
        </p:nvGrpSpPr>
        <p:grpSpPr>
          <a:xfrm>
            <a:off x="0" y="6248400"/>
            <a:ext cx="9144000" cy="60960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A67BC45-FECD-048A-62C4-3E575DED75B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78C417E-5839-088C-3081-407B6C717E3A}"/>
                </a:ext>
              </a:extLst>
            </p:cNvPr>
            <p:cNvGrpSpPr/>
            <p:nvPr/>
          </p:nvGrpSpPr>
          <p:grpSpPr>
            <a:xfrm>
              <a:off x="160078" y="6467142"/>
              <a:ext cx="4087740" cy="273465"/>
              <a:chOff x="4366684" y="2926127"/>
              <a:chExt cx="3278335" cy="2571063"/>
            </a:xfrm>
            <a:grpFill/>
          </p:grpSpPr>
          <p:sp>
            <p:nvSpPr>
              <p:cNvPr id="17" name="Freeform: Shape 6">
                <a:extLst>
                  <a:ext uri="{FF2B5EF4-FFF2-40B4-BE49-F238E27FC236}">
                    <a16:creationId xmlns:a16="http://schemas.microsoft.com/office/drawing/2014/main" id="{72FA712A-A361-9AFD-1B89-9F2F00D2B990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8" name="Freeform: Shape 7">
                <a:extLst>
                  <a:ext uri="{FF2B5EF4-FFF2-40B4-BE49-F238E27FC236}">
                    <a16:creationId xmlns:a16="http://schemas.microsoft.com/office/drawing/2014/main" id="{42150F6E-58E1-A1A9-687B-0CA1ED261F0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9" name="Freeform: Shape 8">
                <a:extLst>
                  <a:ext uri="{FF2B5EF4-FFF2-40B4-BE49-F238E27FC236}">
                    <a16:creationId xmlns:a16="http://schemas.microsoft.com/office/drawing/2014/main" id="{361B60CA-8E01-741A-3B20-B41132AF1A2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0" name="Freeform: Shape 9">
                <a:extLst>
                  <a:ext uri="{FF2B5EF4-FFF2-40B4-BE49-F238E27FC236}">
                    <a16:creationId xmlns:a16="http://schemas.microsoft.com/office/drawing/2014/main" id="{F36C0ECF-ECF0-2162-0C9B-912709D5E4EC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1" name="Freeform: Shape 10">
                <a:extLst>
                  <a:ext uri="{FF2B5EF4-FFF2-40B4-BE49-F238E27FC236}">
                    <a16:creationId xmlns:a16="http://schemas.microsoft.com/office/drawing/2014/main" id="{852B75F3-9DAD-CA85-0254-46217A4DA74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2" name="Freeform: Shape 11">
                <a:extLst>
                  <a:ext uri="{FF2B5EF4-FFF2-40B4-BE49-F238E27FC236}">
                    <a16:creationId xmlns:a16="http://schemas.microsoft.com/office/drawing/2014/main" id="{A0C31EEA-955E-1779-5226-E94CFBB893C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3" name="Freeform: Shape 12">
                <a:extLst>
                  <a:ext uri="{FF2B5EF4-FFF2-40B4-BE49-F238E27FC236}">
                    <a16:creationId xmlns:a16="http://schemas.microsoft.com/office/drawing/2014/main" id="{C8B81011-1D0C-7687-9248-5859EC7DCC4F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4" name="Freeform: Shape 13">
                <a:extLst>
                  <a:ext uri="{FF2B5EF4-FFF2-40B4-BE49-F238E27FC236}">
                    <a16:creationId xmlns:a16="http://schemas.microsoft.com/office/drawing/2014/main" id="{F290FF70-D707-81FB-54C5-14FCD1E2D7B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5" name="Freeform: Shape 14">
                <a:extLst>
                  <a:ext uri="{FF2B5EF4-FFF2-40B4-BE49-F238E27FC236}">
                    <a16:creationId xmlns:a16="http://schemas.microsoft.com/office/drawing/2014/main" id="{CAFF20EA-0D52-5A1D-28BC-72C5E1671B9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6" name="Freeform: Shape 15">
                <a:extLst>
                  <a:ext uri="{FF2B5EF4-FFF2-40B4-BE49-F238E27FC236}">
                    <a16:creationId xmlns:a16="http://schemas.microsoft.com/office/drawing/2014/main" id="{039259A8-3095-BD98-275F-D7932EAE3F5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7" name="Freeform: Shape 16">
                <a:extLst>
                  <a:ext uri="{FF2B5EF4-FFF2-40B4-BE49-F238E27FC236}">
                    <a16:creationId xmlns:a16="http://schemas.microsoft.com/office/drawing/2014/main" id="{C8EFEA54-E4B6-5362-2760-8E31031B0FF6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8" name="Freeform: Shape 17">
                <a:extLst>
                  <a:ext uri="{FF2B5EF4-FFF2-40B4-BE49-F238E27FC236}">
                    <a16:creationId xmlns:a16="http://schemas.microsoft.com/office/drawing/2014/main" id="{F251C5E8-9A77-C204-CC4A-C850E1C6E3F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29" name="Freeform: Shape 18">
                <a:extLst>
                  <a:ext uri="{FF2B5EF4-FFF2-40B4-BE49-F238E27FC236}">
                    <a16:creationId xmlns:a16="http://schemas.microsoft.com/office/drawing/2014/main" id="{52F1B4FF-100E-90C4-3757-9EAFA64E830B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0" name="Freeform: Shape 19">
                <a:extLst>
                  <a:ext uri="{FF2B5EF4-FFF2-40B4-BE49-F238E27FC236}">
                    <a16:creationId xmlns:a16="http://schemas.microsoft.com/office/drawing/2014/main" id="{6B7F0D92-4362-2337-135A-233FF65A9A1B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1" name="Freeform: Shape 20">
                <a:extLst>
                  <a:ext uri="{FF2B5EF4-FFF2-40B4-BE49-F238E27FC236}">
                    <a16:creationId xmlns:a16="http://schemas.microsoft.com/office/drawing/2014/main" id="{4703AABE-A105-EC08-F315-600F38CB2F8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Freeform: Shape 21">
                <a:extLst>
                  <a:ext uri="{FF2B5EF4-FFF2-40B4-BE49-F238E27FC236}">
                    <a16:creationId xmlns:a16="http://schemas.microsoft.com/office/drawing/2014/main" id="{4808B009-0095-5ADA-7CF4-FAC312FBA78B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3" name="Freeform: Shape 22">
                <a:extLst>
                  <a:ext uri="{FF2B5EF4-FFF2-40B4-BE49-F238E27FC236}">
                    <a16:creationId xmlns:a16="http://schemas.microsoft.com/office/drawing/2014/main" id="{DCAF30AD-86BA-DA20-BDB5-DE749C0536C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4" name="Freeform: Shape 23">
                <a:extLst>
                  <a:ext uri="{FF2B5EF4-FFF2-40B4-BE49-F238E27FC236}">
                    <a16:creationId xmlns:a16="http://schemas.microsoft.com/office/drawing/2014/main" id="{B2A10347-6F7C-6928-0702-EE5B096BB22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5" name="Freeform: Shape 24">
                <a:extLst>
                  <a:ext uri="{FF2B5EF4-FFF2-40B4-BE49-F238E27FC236}">
                    <a16:creationId xmlns:a16="http://schemas.microsoft.com/office/drawing/2014/main" id="{D1E04DB6-7327-D80A-89D9-35D779ABE067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6" name="Freeform: Shape 25">
                <a:extLst>
                  <a:ext uri="{FF2B5EF4-FFF2-40B4-BE49-F238E27FC236}">
                    <a16:creationId xmlns:a16="http://schemas.microsoft.com/office/drawing/2014/main" id="{BDDED280-4302-A891-0C5A-62282E20FED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7" name="Freeform: Shape 26">
                <a:extLst>
                  <a:ext uri="{FF2B5EF4-FFF2-40B4-BE49-F238E27FC236}">
                    <a16:creationId xmlns:a16="http://schemas.microsoft.com/office/drawing/2014/main" id="{5C598723-E676-A322-566D-91F164EB6698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8" name="Freeform: Shape 27">
                <a:extLst>
                  <a:ext uri="{FF2B5EF4-FFF2-40B4-BE49-F238E27FC236}">
                    <a16:creationId xmlns:a16="http://schemas.microsoft.com/office/drawing/2014/main" id="{C653CCA2-9295-4676-222E-2FF4DE62F86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9" name="Freeform: Shape 28">
                <a:extLst>
                  <a:ext uri="{FF2B5EF4-FFF2-40B4-BE49-F238E27FC236}">
                    <a16:creationId xmlns:a16="http://schemas.microsoft.com/office/drawing/2014/main" id="{A1B9E928-0783-CA73-1488-80C25E352B9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0" name="Freeform: Shape 29">
                <a:extLst>
                  <a:ext uri="{FF2B5EF4-FFF2-40B4-BE49-F238E27FC236}">
                    <a16:creationId xmlns:a16="http://schemas.microsoft.com/office/drawing/2014/main" id="{D18F1DC8-16DA-CD90-F664-74FED2D73E7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Freeform: Shape 30">
                <a:extLst>
                  <a:ext uri="{FF2B5EF4-FFF2-40B4-BE49-F238E27FC236}">
                    <a16:creationId xmlns:a16="http://schemas.microsoft.com/office/drawing/2014/main" id="{93361724-BA33-9035-E570-708C2BBA500E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2" name="Freeform: Shape 31">
                <a:extLst>
                  <a:ext uri="{FF2B5EF4-FFF2-40B4-BE49-F238E27FC236}">
                    <a16:creationId xmlns:a16="http://schemas.microsoft.com/office/drawing/2014/main" id="{03962086-9304-149B-EE9A-FD1010567615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32">
                <a:extLst>
                  <a:ext uri="{FF2B5EF4-FFF2-40B4-BE49-F238E27FC236}">
                    <a16:creationId xmlns:a16="http://schemas.microsoft.com/office/drawing/2014/main" id="{B687C00D-38B2-ABE4-8D54-CAD020C8344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33">
                <a:extLst>
                  <a:ext uri="{FF2B5EF4-FFF2-40B4-BE49-F238E27FC236}">
                    <a16:creationId xmlns:a16="http://schemas.microsoft.com/office/drawing/2014/main" id="{6713D9D4-6F25-8761-5C96-1FF01BE441E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34">
                <a:extLst>
                  <a:ext uri="{FF2B5EF4-FFF2-40B4-BE49-F238E27FC236}">
                    <a16:creationId xmlns:a16="http://schemas.microsoft.com/office/drawing/2014/main" id="{AF09222B-6EC2-DDB6-A659-5D3745747A2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35">
                <a:extLst>
                  <a:ext uri="{FF2B5EF4-FFF2-40B4-BE49-F238E27FC236}">
                    <a16:creationId xmlns:a16="http://schemas.microsoft.com/office/drawing/2014/main" id="{9A00F6E0-D950-6FB7-E76C-2D445D2CF80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36">
                <a:extLst>
                  <a:ext uri="{FF2B5EF4-FFF2-40B4-BE49-F238E27FC236}">
                    <a16:creationId xmlns:a16="http://schemas.microsoft.com/office/drawing/2014/main" id="{0CA627D7-3807-782F-B8E2-0134F3CFDBD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37">
                <a:extLst>
                  <a:ext uri="{FF2B5EF4-FFF2-40B4-BE49-F238E27FC236}">
                    <a16:creationId xmlns:a16="http://schemas.microsoft.com/office/drawing/2014/main" id="{A3399839-B66F-1521-89E7-E4EF979EA54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38">
                <a:extLst>
                  <a:ext uri="{FF2B5EF4-FFF2-40B4-BE49-F238E27FC236}">
                    <a16:creationId xmlns:a16="http://schemas.microsoft.com/office/drawing/2014/main" id="{F0FEE82D-12FD-2EED-823D-4347259B329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39">
                <a:extLst>
                  <a:ext uri="{FF2B5EF4-FFF2-40B4-BE49-F238E27FC236}">
                    <a16:creationId xmlns:a16="http://schemas.microsoft.com/office/drawing/2014/main" id="{2A0D0B94-A98C-1E5B-C16F-071B08A568D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40">
                <a:extLst>
                  <a:ext uri="{FF2B5EF4-FFF2-40B4-BE49-F238E27FC236}">
                    <a16:creationId xmlns:a16="http://schemas.microsoft.com/office/drawing/2014/main" id="{6B258F24-2E76-2F2C-4678-FE23EB246230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3B5CC8C-D4FA-B03B-9AFE-203FF6C958B1}"/>
              </a:ext>
            </a:extLst>
          </p:cNvPr>
          <p:cNvGrpSpPr/>
          <p:nvPr/>
        </p:nvGrpSpPr>
        <p:grpSpPr>
          <a:xfrm>
            <a:off x="127405" y="6445226"/>
            <a:ext cx="4247638" cy="273465"/>
            <a:chOff x="4366684" y="2926127"/>
            <a:chExt cx="3278335" cy="2571063"/>
          </a:xfrm>
        </p:grpSpPr>
        <p:sp>
          <p:nvSpPr>
            <p:cNvPr id="53" name="Freeform: Shape 42">
              <a:extLst>
                <a:ext uri="{FF2B5EF4-FFF2-40B4-BE49-F238E27FC236}">
                  <a16:creationId xmlns:a16="http://schemas.microsoft.com/office/drawing/2014/main" id="{8F02B74A-F698-9F95-86A2-D4D4443CD11B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Freeform: Shape 43">
              <a:extLst>
                <a:ext uri="{FF2B5EF4-FFF2-40B4-BE49-F238E27FC236}">
                  <a16:creationId xmlns:a16="http://schemas.microsoft.com/office/drawing/2014/main" id="{845279D6-E841-96D7-C522-A13214BC4CA9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Freeform: Shape 44">
              <a:extLst>
                <a:ext uri="{FF2B5EF4-FFF2-40B4-BE49-F238E27FC236}">
                  <a16:creationId xmlns:a16="http://schemas.microsoft.com/office/drawing/2014/main" id="{37C3FD9E-1305-5AF5-C8A1-BAAD3387291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Freeform: Shape 45">
              <a:extLst>
                <a:ext uri="{FF2B5EF4-FFF2-40B4-BE49-F238E27FC236}">
                  <a16:creationId xmlns:a16="http://schemas.microsoft.com/office/drawing/2014/main" id="{B0CE6CAE-43C8-3B0C-7C2F-33400649B10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7" name="Freeform: Shape 46">
              <a:extLst>
                <a:ext uri="{FF2B5EF4-FFF2-40B4-BE49-F238E27FC236}">
                  <a16:creationId xmlns:a16="http://schemas.microsoft.com/office/drawing/2014/main" id="{DB8AE785-BE24-2297-9353-12A8E7431D5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8" name="Freeform: Shape 47">
              <a:extLst>
                <a:ext uri="{FF2B5EF4-FFF2-40B4-BE49-F238E27FC236}">
                  <a16:creationId xmlns:a16="http://schemas.microsoft.com/office/drawing/2014/main" id="{3E5F942B-D76D-9EE8-5FE0-ED07FB1F7ADD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Freeform: Shape 48">
              <a:extLst>
                <a:ext uri="{FF2B5EF4-FFF2-40B4-BE49-F238E27FC236}">
                  <a16:creationId xmlns:a16="http://schemas.microsoft.com/office/drawing/2014/main" id="{DCB9C42E-3A15-50F4-813B-78F3D2800DC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Freeform: Shape 49">
              <a:extLst>
                <a:ext uri="{FF2B5EF4-FFF2-40B4-BE49-F238E27FC236}">
                  <a16:creationId xmlns:a16="http://schemas.microsoft.com/office/drawing/2014/main" id="{795A157E-6C22-ABE0-54F8-30FBD57FB09F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1" name="Freeform: Shape 50">
              <a:extLst>
                <a:ext uri="{FF2B5EF4-FFF2-40B4-BE49-F238E27FC236}">
                  <a16:creationId xmlns:a16="http://schemas.microsoft.com/office/drawing/2014/main" id="{94132FE8-E069-79D2-A938-BD92E5EE1EC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2" name="Freeform: Shape 51">
              <a:extLst>
                <a:ext uri="{FF2B5EF4-FFF2-40B4-BE49-F238E27FC236}">
                  <a16:creationId xmlns:a16="http://schemas.microsoft.com/office/drawing/2014/main" id="{92961B08-9411-2822-9FC2-E97532C662E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3" name="Freeform: Shape 52">
              <a:extLst>
                <a:ext uri="{FF2B5EF4-FFF2-40B4-BE49-F238E27FC236}">
                  <a16:creationId xmlns:a16="http://schemas.microsoft.com/office/drawing/2014/main" id="{1AB97B48-6CCA-0EE9-24FF-C1D5432A99C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4" name="Freeform: Shape 53">
              <a:extLst>
                <a:ext uri="{FF2B5EF4-FFF2-40B4-BE49-F238E27FC236}">
                  <a16:creationId xmlns:a16="http://schemas.microsoft.com/office/drawing/2014/main" id="{AE3D8E0C-5158-18A1-1CB0-4EFF941CBE4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5" name="Freeform: Shape 54">
              <a:extLst>
                <a:ext uri="{FF2B5EF4-FFF2-40B4-BE49-F238E27FC236}">
                  <a16:creationId xmlns:a16="http://schemas.microsoft.com/office/drawing/2014/main" id="{4959DAD1-C947-6AED-D161-D66DA505D6FE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Freeform: Shape 55">
              <a:extLst>
                <a:ext uri="{FF2B5EF4-FFF2-40B4-BE49-F238E27FC236}">
                  <a16:creationId xmlns:a16="http://schemas.microsoft.com/office/drawing/2014/main" id="{C1B5EF74-5B36-32D1-E790-2970E42D407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7" name="Freeform: Shape 56">
              <a:extLst>
                <a:ext uri="{FF2B5EF4-FFF2-40B4-BE49-F238E27FC236}">
                  <a16:creationId xmlns:a16="http://schemas.microsoft.com/office/drawing/2014/main" id="{22845D4F-F748-9AD2-6777-815AAED9FBA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8" name="Freeform: Shape 57">
              <a:extLst>
                <a:ext uri="{FF2B5EF4-FFF2-40B4-BE49-F238E27FC236}">
                  <a16:creationId xmlns:a16="http://schemas.microsoft.com/office/drawing/2014/main" id="{1AF1F56E-F22F-A851-94B8-30DB88D9327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9" name="Freeform: Shape 58">
              <a:extLst>
                <a:ext uri="{FF2B5EF4-FFF2-40B4-BE49-F238E27FC236}">
                  <a16:creationId xmlns:a16="http://schemas.microsoft.com/office/drawing/2014/main" id="{9BE59FF8-2AB9-3B14-0E26-0DD706A6D4C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0" name="Freeform: Shape 59">
              <a:extLst>
                <a:ext uri="{FF2B5EF4-FFF2-40B4-BE49-F238E27FC236}">
                  <a16:creationId xmlns:a16="http://schemas.microsoft.com/office/drawing/2014/main" id="{123BC890-1431-23B7-4E0C-640C2B198E6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1" name="Freeform: Shape 60">
              <a:extLst>
                <a:ext uri="{FF2B5EF4-FFF2-40B4-BE49-F238E27FC236}">
                  <a16:creationId xmlns:a16="http://schemas.microsoft.com/office/drawing/2014/main" id="{F3A3308E-1D15-6E04-A85C-D657DFC6F44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2" name="Freeform: Shape 61">
              <a:extLst>
                <a:ext uri="{FF2B5EF4-FFF2-40B4-BE49-F238E27FC236}">
                  <a16:creationId xmlns:a16="http://schemas.microsoft.com/office/drawing/2014/main" id="{D8A9999B-3D7A-D51C-04D4-6B4EF7FFFA0B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Freeform: Shape 62">
              <a:extLst>
                <a:ext uri="{FF2B5EF4-FFF2-40B4-BE49-F238E27FC236}">
                  <a16:creationId xmlns:a16="http://schemas.microsoft.com/office/drawing/2014/main" id="{92744D18-D258-A933-D773-88BDDE61709E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4" name="Freeform: Shape 63">
              <a:extLst>
                <a:ext uri="{FF2B5EF4-FFF2-40B4-BE49-F238E27FC236}">
                  <a16:creationId xmlns:a16="http://schemas.microsoft.com/office/drawing/2014/main" id="{6AC70FC3-B127-DFFA-1953-00E3A26C9081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Freeform: Shape 64">
              <a:extLst>
                <a:ext uri="{FF2B5EF4-FFF2-40B4-BE49-F238E27FC236}">
                  <a16:creationId xmlns:a16="http://schemas.microsoft.com/office/drawing/2014/main" id="{1AC421B6-C564-8822-41CE-432C197F476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Freeform: Shape 65">
              <a:extLst>
                <a:ext uri="{FF2B5EF4-FFF2-40B4-BE49-F238E27FC236}">
                  <a16:creationId xmlns:a16="http://schemas.microsoft.com/office/drawing/2014/main" id="{23D1D357-E477-A7FB-5B81-B71B6D4F2F8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7" name="Freeform: Shape 66">
              <a:extLst>
                <a:ext uri="{FF2B5EF4-FFF2-40B4-BE49-F238E27FC236}">
                  <a16:creationId xmlns:a16="http://schemas.microsoft.com/office/drawing/2014/main" id="{215C994B-2FBC-8E47-365A-692AD7453B0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Freeform: Shape 67">
              <a:extLst>
                <a:ext uri="{FF2B5EF4-FFF2-40B4-BE49-F238E27FC236}">
                  <a16:creationId xmlns:a16="http://schemas.microsoft.com/office/drawing/2014/main" id="{F79A9923-5E43-A950-E300-E7B8D86FFC74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68">
              <a:extLst>
                <a:ext uri="{FF2B5EF4-FFF2-40B4-BE49-F238E27FC236}">
                  <a16:creationId xmlns:a16="http://schemas.microsoft.com/office/drawing/2014/main" id="{61E632CA-5BAB-5554-ECA7-B83529A9954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69">
              <a:extLst>
                <a:ext uri="{FF2B5EF4-FFF2-40B4-BE49-F238E27FC236}">
                  <a16:creationId xmlns:a16="http://schemas.microsoft.com/office/drawing/2014/main" id="{BA136E84-B32C-C324-61D6-9C4567B6601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70">
              <a:extLst>
                <a:ext uri="{FF2B5EF4-FFF2-40B4-BE49-F238E27FC236}">
                  <a16:creationId xmlns:a16="http://schemas.microsoft.com/office/drawing/2014/main" id="{BF1C3D87-38EE-6459-86C5-C4AB2FC7E59A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71">
              <a:extLst>
                <a:ext uri="{FF2B5EF4-FFF2-40B4-BE49-F238E27FC236}">
                  <a16:creationId xmlns:a16="http://schemas.microsoft.com/office/drawing/2014/main" id="{6356388D-6D9A-02EB-C0BE-534A98C29DC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72">
              <a:extLst>
                <a:ext uri="{FF2B5EF4-FFF2-40B4-BE49-F238E27FC236}">
                  <a16:creationId xmlns:a16="http://schemas.microsoft.com/office/drawing/2014/main" id="{9A5ED3FB-EFD2-FCA7-A645-9416B03BC82C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73">
              <a:extLst>
                <a:ext uri="{FF2B5EF4-FFF2-40B4-BE49-F238E27FC236}">
                  <a16:creationId xmlns:a16="http://schemas.microsoft.com/office/drawing/2014/main" id="{DA272CBB-C3B9-18DA-7EF5-CD0EA674768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74">
              <a:extLst>
                <a:ext uri="{FF2B5EF4-FFF2-40B4-BE49-F238E27FC236}">
                  <a16:creationId xmlns:a16="http://schemas.microsoft.com/office/drawing/2014/main" id="{B390AA16-79A1-AC2D-8515-8EF255E2074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75">
              <a:extLst>
                <a:ext uri="{FF2B5EF4-FFF2-40B4-BE49-F238E27FC236}">
                  <a16:creationId xmlns:a16="http://schemas.microsoft.com/office/drawing/2014/main" id="{CEE87024-D9DF-47F3-EDF7-6AEA39EE300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76">
              <a:extLst>
                <a:ext uri="{FF2B5EF4-FFF2-40B4-BE49-F238E27FC236}">
                  <a16:creationId xmlns:a16="http://schemas.microsoft.com/office/drawing/2014/main" id="{D10AAC56-B300-294B-E362-6769DFFC7AF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8" name="Title 1">
            <a:extLst>
              <a:ext uri="{FF2B5EF4-FFF2-40B4-BE49-F238E27FC236}">
                <a16:creationId xmlns:a16="http://schemas.microsoft.com/office/drawing/2014/main" id="{D6D258B4-2861-3EF6-8474-19845A4FD89E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44000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Elements</a:t>
            </a: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841DDE35-65F4-CC28-7AFC-F7561DAB71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43005" cy="57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18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8927" y="1329371"/>
            <a:ext cx="8606473" cy="39433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24765" rIns="0" bIns="0" rtlCol="0">
            <a:spAutoFit/>
          </a:bodyPr>
          <a:lstStyle/>
          <a:p>
            <a:pPr marL="12065" marR="5080" algn="ctr">
              <a:spcBef>
                <a:spcPts val="600"/>
              </a:spcBef>
              <a:spcAft>
                <a:spcPts val="600"/>
              </a:spcAft>
              <a:buClr>
                <a:srgbClr val="92A199"/>
              </a:buClr>
              <a:buSzPct val="118750"/>
              <a:tabLst>
                <a:tab pos="194945" algn="l"/>
              </a:tabLst>
            </a:pPr>
            <a:r>
              <a:rPr sz="24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flops</a:t>
            </a:r>
            <a:r>
              <a:rPr sz="2400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sz="2400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7BCFC3AE-42D6-B20C-5F83-B7FB552A0CDF}"/>
              </a:ext>
            </a:extLst>
          </p:cNvPr>
          <p:cNvGrpSpPr/>
          <p:nvPr/>
        </p:nvGrpSpPr>
        <p:grpSpPr>
          <a:xfrm>
            <a:off x="1328734" y="4182230"/>
            <a:ext cx="5611972" cy="1813860"/>
            <a:chOff x="1255553" y="4123847"/>
            <a:chExt cx="5611972" cy="1813860"/>
          </a:xfrm>
        </p:grpSpPr>
        <p:grpSp>
          <p:nvGrpSpPr>
            <p:cNvPr id="11" name="object 11"/>
            <p:cNvGrpSpPr/>
            <p:nvPr/>
          </p:nvGrpSpPr>
          <p:grpSpPr>
            <a:xfrm>
              <a:off x="2276475" y="4867275"/>
              <a:ext cx="4591050" cy="400050"/>
              <a:chOff x="2276475" y="4867275"/>
              <a:chExt cx="4591050" cy="400050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2286000" y="48768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381000"/>
                    </a:moveTo>
                    <a:lnTo>
                      <a:pt x="381000" y="381000"/>
                    </a:lnTo>
                  </a:path>
                  <a:path w="762000" h="381000">
                    <a:moveTo>
                      <a:pt x="381000" y="0"/>
                    </a:moveTo>
                    <a:lnTo>
                      <a:pt x="762000" y="0"/>
                    </a:lnTo>
                  </a:path>
                </a:pathLst>
              </a:custGeom>
              <a:ln w="19050">
                <a:solidFill>
                  <a:srgbClr val="29293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2667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99003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4"/>
              <p:cNvSpPr/>
              <p:nvPr/>
            </p:nvSpPr>
            <p:spPr>
              <a:xfrm>
                <a:off x="3048000" y="48768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381000"/>
                    </a:moveTo>
                    <a:lnTo>
                      <a:pt x="381000" y="381000"/>
                    </a:lnTo>
                  </a:path>
                  <a:path w="762000" h="381000">
                    <a:moveTo>
                      <a:pt x="381000" y="0"/>
                    </a:moveTo>
                    <a:lnTo>
                      <a:pt x="762000" y="0"/>
                    </a:lnTo>
                  </a:path>
                </a:pathLst>
              </a:custGeom>
              <a:ln w="19050">
                <a:solidFill>
                  <a:srgbClr val="29293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15"/>
              <p:cNvSpPr/>
              <p:nvPr/>
            </p:nvSpPr>
            <p:spPr>
              <a:xfrm>
                <a:off x="3429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8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3048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0000C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3810000" y="48768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381000"/>
                    </a:moveTo>
                    <a:lnTo>
                      <a:pt x="381000" y="381000"/>
                    </a:lnTo>
                  </a:path>
                  <a:path w="762000" h="381000">
                    <a:moveTo>
                      <a:pt x="381000" y="0"/>
                    </a:moveTo>
                    <a:lnTo>
                      <a:pt x="762000" y="0"/>
                    </a:lnTo>
                  </a:path>
                </a:pathLst>
              </a:custGeom>
              <a:ln w="19050">
                <a:solidFill>
                  <a:srgbClr val="29293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4191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99003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9"/>
              <p:cNvSpPr/>
              <p:nvPr/>
            </p:nvSpPr>
            <p:spPr>
              <a:xfrm>
                <a:off x="3810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0000C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0"/>
              <p:cNvSpPr/>
              <p:nvPr/>
            </p:nvSpPr>
            <p:spPr>
              <a:xfrm>
                <a:off x="4572000" y="48768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381000"/>
                    </a:moveTo>
                    <a:lnTo>
                      <a:pt x="381000" y="381000"/>
                    </a:lnTo>
                  </a:path>
                  <a:path w="762000" h="381000">
                    <a:moveTo>
                      <a:pt x="381000" y="0"/>
                    </a:moveTo>
                    <a:lnTo>
                      <a:pt x="762000" y="0"/>
                    </a:lnTo>
                  </a:path>
                </a:pathLst>
              </a:custGeom>
              <a:ln w="19050">
                <a:solidFill>
                  <a:srgbClr val="29293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21"/>
              <p:cNvSpPr/>
              <p:nvPr/>
            </p:nvSpPr>
            <p:spPr>
              <a:xfrm>
                <a:off x="4953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99003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22"/>
              <p:cNvSpPr/>
              <p:nvPr/>
            </p:nvSpPr>
            <p:spPr>
              <a:xfrm>
                <a:off x="4572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0000C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5334000" y="48768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381000"/>
                    </a:moveTo>
                    <a:lnTo>
                      <a:pt x="381000" y="381000"/>
                    </a:lnTo>
                  </a:path>
                  <a:path w="762000" h="381000">
                    <a:moveTo>
                      <a:pt x="381000" y="0"/>
                    </a:moveTo>
                    <a:lnTo>
                      <a:pt x="762000" y="0"/>
                    </a:lnTo>
                  </a:path>
                </a:pathLst>
              </a:custGeom>
              <a:ln w="19050">
                <a:solidFill>
                  <a:srgbClr val="29293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4"/>
              <p:cNvSpPr/>
              <p:nvPr/>
            </p:nvSpPr>
            <p:spPr>
              <a:xfrm>
                <a:off x="5715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99003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5"/>
              <p:cNvSpPr/>
              <p:nvPr/>
            </p:nvSpPr>
            <p:spPr>
              <a:xfrm>
                <a:off x="5334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0000C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6"/>
              <p:cNvSpPr/>
              <p:nvPr/>
            </p:nvSpPr>
            <p:spPr>
              <a:xfrm>
                <a:off x="6096000" y="48768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381000"/>
                    </a:moveTo>
                    <a:lnTo>
                      <a:pt x="381000" y="381000"/>
                    </a:lnTo>
                  </a:path>
                  <a:path w="762000" h="381000">
                    <a:moveTo>
                      <a:pt x="381000" y="0"/>
                    </a:moveTo>
                    <a:lnTo>
                      <a:pt x="762000" y="0"/>
                    </a:lnTo>
                  </a:path>
                </a:pathLst>
              </a:custGeom>
              <a:ln w="19050">
                <a:solidFill>
                  <a:srgbClr val="292934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7"/>
              <p:cNvSpPr/>
              <p:nvPr/>
            </p:nvSpPr>
            <p:spPr>
              <a:xfrm>
                <a:off x="6477000" y="4876800"/>
                <a:ext cx="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h="381000">
                    <a:moveTo>
                      <a:pt x="0" y="0"/>
                    </a:moveTo>
                    <a:lnTo>
                      <a:pt x="0" y="381000"/>
                    </a:lnTo>
                  </a:path>
                </a:pathLst>
              </a:custGeom>
              <a:ln w="19050">
                <a:solidFill>
                  <a:srgbClr val="990033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6096000" y="4876800"/>
                <a:ext cx="762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762000" h="381000">
                    <a:moveTo>
                      <a:pt x="0" y="0"/>
                    </a:moveTo>
                    <a:lnTo>
                      <a:pt x="0" y="381000"/>
                    </a:lnTo>
                  </a:path>
                  <a:path w="762000" h="381000">
                    <a:moveTo>
                      <a:pt x="762000" y="0"/>
                    </a:moveTo>
                    <a:lnTo>
                      <a:pt x="762000" y="381000"/>
                    </a:lnTo>
                  </a:path>
                </a:pathLst>
              </a:custGeom>
              <a:ln w="19050">
                <a:solidFill>
                  <a:srgbClr val="0000CC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29" name="object 29"/>
            <p:cNvSpPr/>
            <p:nvPr/>
          </p:nvSpPr>
          <p:spPr>
            <a:xfrm>
              <a:off x="3657600" y="4563236"/>
              <a:ext cx="537210" cy="242570"/>
            </a:xfrm>
            <a:custGeom>
              <a:avLst/>
              <a:gdLst/>
              <a:ahLst/>
              <a:cxnLst/>
              <a:rect l="l" t="t" r="r" b="b"/>
              <a:pathLst>
                <a:path w="537210" h="242570">
                  <a:moveTo>
                    <a:pt x="54990" y="172338"/>
                  </a:moveTo>
                  <a:lnTo>
                    <a:pt x="0" y="237362"/>
                  </a:lnTo>
                  <a:lnTo>
                    <a:pt x="85089" y="242315"/>
                  </a:lnTo>
                  <a:lnTo>
                    <a:pt x="60169" y="226060"/>
                  </a:lnTo>
                  <a:lnTo>
                    <a:pt x="50419" y="226060"/>
                  </a:lnTo>
                  <a:lnTo>
                    <a:pt x="42925" y="208533"/>
                  </a:lnTo>
                  <a:lnTo>
                    <a:pt x="48807" y="206013"/>
                  </a:lnTo>
                  <a:lnTo>
                    <a:pt x="54990" y="172338"/>
                  </a:lnTo>
                  <a:close/>
                </a:path>
                <a:path w="537210" h="242570">
                  <a:moveTo>
                    <a:pt x="529589" y="0"/>
                  </a:moveTo>
                  <a:lnTo>
                    <a:pt x="48807" y="206013"/>
                  </a:lnTo>
                  <a:lnTo>
                    <a:pt x="46716" y="217400"/>
                  </a:lnTo>
                  <a:lnTo>
                    <a:pt x="50419" y="226060"/>
                  </a:lnTo>
                  <a:lnTo>
                    <a:pt x="56304" y="223538"/>
                  </a:lnTo>
                  <a:lnTo>
                    <a:pt x="46895" y="217400"/>
                  </a:lnTo>
                  <a:lnTo>
                    <a:pt x="70632" y="217400"/>
                  </a:lnTo>
                  <a:lnTo>
                    <a:pt x="537210" y="17525"/>
                  </a:lnTo>
                  <a:lnTo>
                    <a:pt x="529589" y="0"/>
                  </a:lnTo>
                  <a:close/>
                </a:path>
                <a:path w="537210" h="242570">
                  <a:moveTo>
                    <a:pt x="56304" y="223538"/>
                  </a:moveTo>
                  <a:lnTo>
                    <a:pt x="50419" y="226060"/>
                  </a:lnTo>
                  <a:lnTo>
                    <a:pt x="60169" y="226060"/>
                  </a:lnTo>
                  <a:lnTo>
                    <a:pt x="56304" y="223538"/>
                  </a:lnTo>
                  <a:close/>
                </a:path>
                <a:path w="537210" h="242570">
                  <a:moveTo>
                    <a:pt x="70632" y="217400"/>
                  </a:moveTo>
                  <a:lnTo>
                    <a:pt x="46895" y="217400"/>
                  </a:lnTo>
                  <a:lnTo>
                    <a:pt x="56304" y="223538"/>
                  </a:lnTo>
                  <a:lnTo>
                    <a:pt x="70632" y="217400"/>
                  </a:lnTo>
                  <a:close/>
                </a:path>
                <a:path w="537210" h="242570">
                  <a:moveTo>
                    <a:pt x="48807" y="206013"/>
                  </a:moveTo>
                  <a:lnTo>
                    <a:pt x="42925" y="208533"/>
                  </a:lnTo>
                  <a:lnTo>
                    <a:pt x="46716" y="217400"/>
                  </a:lnTo>
                  <a:lnTo>
                    <a:pt x="48807" y="206013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2757677" y="5668467"/>
              <a:ext cx="134239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dirty="0">
                  <a:solidFill>
                    <a:srgbClr val="292934"/>
                  </a:solidFill>
                  <a:latin typeface="Arial MT"/>
                  <a:cs typeface="Arial MT"/>
                </a:rPr>
                <a:t>Positive</a:t>
              </a:r>
              <a:r>
                <a:rPr sz="1600" spc="-55" dirty="0">
                  <a:solidFill>
                    <a:srgbClr val="292934"/>
                  </a:solidFill>
                  <a:latin typeface="Arial MT"/>
                  <a:cs typeface="Arial MT"/>
                </a:rPr>
                <a:t> </a:t>
              </a: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edges</a:t>
              </a:r>
              <a:endParaRPr sz="1600">
                <a:latin typeface="Arial MT"/>
                <a:cs typeface="Arial MT"/>
              </a:endParaRPr>
            </a:p>
          </p:txBody>
        </p:sp>
        <p:sp>
          <p:nvSpPr>
            <p:cNvPr id="31" name="object 31"/>
            <p:cNvSpPr txBox="1"/>
            <p:nvPr/>
          </p:nvSpPr>
          <p:spPr>
            <a:xfrm>
              <a:off x="4616958" y="5668467"/>
              <a:ext cx="1432560" cy="26924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600" dirty="0">
                  <a:solidFill>
                    <a:srgbClr val="292934"/>
                  </a:solidFill>
                  <a:latin typeface="Arial MT"/>
                  <a:cs typeface="Arial MT"/>
                </a:rPr>
                <a:t>Negative</a:t>
              </a:r>
              <a:r>
                <a:rPr sz="1600" spc="-55" dirty="0">
                  <a:solidFill>
                    <a:srgbClr val="292934"/>
                  </a:solidFill>
                  <a:latin typeface="Arial MT"/>
                  <a:cs typeface="Arial MT"/>
                </a:rPr>
                <a:t> </a:t>
              </a: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edges</a:t>
              </a:r>
              <a:endParaRPr sz="1600">
                <a:latin typeface="Arial MT"/>
                <a:cs typeface="Arial MT"/>
              </a:endParaRPr>
            </a:p>
          </p:txBody>
        </p:sp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5300" y="4572000"/>
              <a:ext cx="76200" cy="22860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491990" y="4563236"/>
              <a:ext cx="537210" cy="242570"/>
            </a:xfrm>
            <a:custGeom>
              <a:avLst/>
              <a:gdLst/>
              <a:ahLst/>
              <a:cxnLst/>
              <a:rect l="l" t="t" r="r" b="b"/>
              <a:pathLst>
                <a:path w="537210" h="242570">
                  <a:moveTo>
                    <a:pt x="480905" y="223538"/>
                  </a:moveTo>
                  <a:lnTo>
                    <a:pt x="452120" y="242315"/>
                  </a:lnTo>
                  <a:lnTo>
                    <a:pt x="537210" y="237362"/>
                  </a:lnTo>
                  <a:lnTo>
                    <a:pt x="527651" y="226060"/>
                  </a:lnTo>
                  <a:lnTo>
                    <a:pt x="486790" y="226060"/>
                  </a:lnTo>
                  <a:lnTo>
                    <a:pt x="480905" y="223538"/>
                  </a:lnTo>
                  <a:close/>
                </a:path>
                <a:path w="537210" h="242570">
                  <a:moveTo>
                    <a:pt x="490493" y="217400"/>
                  </a:moveTo>
                  <a:lnTo>
                    <a:pt x="490314" y="217400"/>
                  </a:lnTo>
                  <a:lnTo>
                    <a:pt x="480905" y="223538"/>
                  </a:lnTo>
                  <a:lnTo>
                    <a:pt x="486790" y="226060"/>
                  </a:lnTo>
                  <a:lnTo>
                    <a:pt x="490493" y="217400"/>
                  </a:lnTo>
                  <a:close/>
                </a:path>
                <a:path w="537210" h="242570">
                  <a:moveTo>
                    <a:pt x="482219" y="172338"/>
                  </a:moveTo>
                  <a:lnTo>
                    <a:pt x="488402" y="206013"/>
                  </a:lnTo>
                  <a:lnTo>
                    <a:pt x="494284" y="208533"/>
                  </a:lnTo>
                  <a:lnTo>
                    <a:pt x="486790" y="226060"/>
                  </a:lnTo>
                  <a:lnTo>
                    <a:pt x="527651" y="226060"/>
                  </a:lnTo>
                  <a:lnTo>
                    <a:pt x="482219" y="172338"/>
                  </a:lnTo>
                  <a:close/>
                </a:path>
                <a:path w="537210" h="242570">
                  <a:moveTo>
                    <a:pt x="7620" y="0"/>
                  </a:moveTo>
                  <a:lnTo>
                    <a:pt x="0" y="17525"/>
                  </a:lnTo>
                  <a:lnTo>
                    <a:pt x="480905" y="223538"/>
                  </a:lnTo>
                  <a:lnTo>
                    <a:pt x="490314" y="217400"/>
                  </a:lnTo>
                  <a:lnTo>
                    <a:pt x="490493" y="217400"/>
                  </a:lnTo>
                  <a:lnTo>
                    <a:pt x="488402" y="206013"/>
                  </a:lnTo>
                  <a:lnTo>
                    <a:pt x="7620" y="0"/>
                  </a:lnTo>
                  <a:close/>
                </a:path>
                <a:path w="537210" h="242570">
                  <a:moveTo>
                    <a:pt x="488402" y="206013"/>
                  </a:moveTo>
                  <a:lnTo>
                    <a:pt x="490493" y="217400"/>
                  </a:lnTo>
                  <a:lnTo>
                    <a:pt x="494284" y="208533"/>
                  </a:lnTo>
                  <a:lnTo>
                    <a:pt x="488402" y="206013"/>
                  </a:lnTo>
                  <a:close/>
                </a:path>
              </a:pathLst>
            </a:custGeom>
            <a:solidFill>
              <a:srgbClr val="292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 txBox="1"/>
            <p:nvPr/>
          </p:nvSpPr>
          <p:spPr>
            <a:xfrm>
              <a:off x="1255553" y="4123847"/>
              <a:ext cx="3853536" cy="325089"/>
            </a:xfrm>
            <a:prstGeom prst="rect">
              <a:avLst/>
            </a:prstGeom>
          </p:spPr>
          <p:txBody>
            <a:bodyPr vert="horz" wrap="square" lIns="0" tIns="78105" rIns="0" bIns="0" rtlCol="0">
              <a:spAutoFit/>
            </a:bodyPr>
            <a:lstStyle/>
            <a:p>
              <a:pPr marL="2482215">
                <a:lnSpc>
                  <a:spcPct val="100000"/>
                </a:lnSpc>
                <a:spcBef>
                  <a:spcPts val="290"/>
                </a:spcBef>
              </a:pPr>
              <a:r>
                <a:rPr sz="1600" dirty="0">
                  <a:solidFill>
                    <a:srgbClr val="292934"/>
                  </a:solidFill>
                  <a:latin typeface="Arial MT"/>
                  <a:cs typeface="Arial MT"/>
                </a:rPr>
                <a:t>Positive</a:t>
              </a:r>
              <a:r>
                <a:rPr sz="1600" spc="-55" dirty="0">
                  <a:solidFill>
                    <a:srgbClr val="292934"/>
                  </a:solidFill>
                  <a:latin typeface="Arial MT"/>
                  <a:cs typeface="Arial MT"/>
                </a:rPr>
                <a:t> </a:t>
              </a:r>
              <a:r>
                <a:rPr sz="1600" spc="-10" dirty="0">
                  <a:solidFill>
                    <a:srgbClr val="292934"/>
                  </a:solidFill>
                  <a:latin typeface="Arial MT"/>
                  <a:cs typeface="Arial MT"/>
                </a:rPr>
                <a:t>pulses</a:t>
              </a:r>
              <a:endParaRPr sz="1600" dirty="0">
                <a:latin typeface="Arial MT"/>
                <a:cs typeface="Arial MT"/>
              </a:endParaRPr>
            </a:p>
          </p:txBody>
        </p:sp>
        <p:grpSp>
          <p:nvGrpSpPr>
            <p:cNvPr id="35" name="object 35"/>
            <p:cNvGrpSpPr/>
            <p:nvPr/>
          </p:nvGrpSpPr>
          <p:grpSpPr>
            <a:xfrm>
              <a:off x="2743200" y="5105400"/>
              <a:ext cx="3276600" cy="541020"/>
              <a:chOff x="2743200" y="5105400"/>
              <a:chExt cx="3276600" cy="541020"/>
            </a:xfrm>
          </p:grpSpPr>
          <p:sp>
            <p:nvSpPr>
              <p:cNvPr id="36" name="object 36"/>
              <p:cNvSpPr/>
              <p:nvPr/>
            </p:nvSpPr>
            <p:spPr>
              <a:xfrm>
                <a:off x="2743200" y="5105399"/>
                <a:ext cx="1371600" cy="54102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541020">
                    <a:moveTo>
                      <a:pt x="615823" y="526224"/>
                    </a:moveTo>
                    <a:lnTo>
                      <a:pt x="49187" y="30441"/>
                    </a:lnTo>
                    <a:lnTo>
                      <a:pt x="64554" y="26289"/>
                    </a:lnTo>
                    <a:lnTo>
                      <a:pt x="82423" y="21463"/>
                    </a:lnTo>
                    <a:lnTo>
                      <a:pt x="0" y="0"/>
                    </a:lnTo>
                    <a:lnTo>
                      <a:pt x="32258" y="78867"/>
                    </a:lnTo>
                    <a:lnTo>
                      <a:pt x="36728" y="44780"/>
                    </a:lnTo>
                    <a:lnTo>
                      <a:pt x="603377" y="540562"/>
                    </a:lnTo>
                    <a:lnTo>
                      <a:pt x="615823" y="526224"/>
                    </a:lnTo>
                    <a:close/>
                  </a:path>
                  <a:path w="1371600" h="541020">
                    <a:moveTo>
                      <a:pt x="1371600" y="0"/>
                    </a:moveTo>
                    <a:lnTo>
                      <a:pt x="1333373" y="9956"/>
                    </a:lnTo>
                    <a:lnTo>
                      <a:pt x="1333373" y="33477"/>
                    </a:lnTo>
                    <a:lnTo>
                      <a:pt x="1333373" y="9956"/>
                    </a:lnTo>
                    <a:lnTo>
                      <a:pt x="1289177" y="21463"/>
                    </a:lnTo>
                    <a:lnTo>
                      <a:pt x="1322400" y="30441"/>
                    </a:lnTo>
                    <a:lnTo>
                      <a:pt x="755777" y="526224"/>
                    </a:lnTo>
                    <a:lnTo>
                      <a:pt x="768223" y="540562"/>
                    </a:lnTo>
                    <a:lnTo>
                      <a:pt x="1334858" y="44780"/>
                    </a:lnTo>
                    <a:lnTo>
                      <a:pt x="1339342" y="78867"/>
                    </a:lnTo>
                    <a:lnTo>
                      <a:pt x="1360843" y="26289"/>
                    </a:lnTo>
                    <a:lnTo>
                      <a:pt x="1371600" y="0"/>
                    </a:lnTo>
                    <a:close/>
                  </a:path>
                </a:pathLst>
              </a:custGeom>
              <a:solidFill>
                <a:srgbClr val="99003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37"/>
              <p:cNvSpPr/>
              <p:nvPr/>
            </p:nvSpPr>
            <p:spPr>
              <a:xfrm>
                <a:off x="4648200" y="5105399"/>
                <a:ext cx="1371600" cy="541020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541020">
                    <a:moveTo>
                      <a:pt x="615823" y="526224"/>
                    </a:moveTo>
                    <a:lnTo>
                      <a:pt x="49187" y="30441"/>
                    </a:lnTo>
                    <a:lnTo>
                      <a:pt x="64554" y="26289"/>
                    </a:lnTo>
                    <a:lnTo>
                      <a:pt x="82423" y="21463"/>
                    </a:lnTo>
                    <a:lnTo>
                      <a:pt x="0" y="0"/>
                    </a:lnTo>
                    <a:lnTo>
                      <a:pt x="32258" y="78867"/>
                    </a:lnTo>
                    <a:lnTo>
                      <a:pt x="36728" y="44780"/>
                    </a:lnTo>
                    <a:lnTo>
                      <a:pt x="603377" y="540562"/>
                    </a:lnTo>
                    <a:lnTo>
                      <a:pt x="615823" y="526224"/>
                    </a:lnTo>
                    <a:close/>
                  </a:path>
                  <a:path w="1371600" h="541020">
                    <a:moveTo>
                      <a:pt x="1371600" y="0"/>
                    </a:moveTo>
                    <a:lnTo>
                      <a:pt x="1333373" y="9956"/>
                    </a:lnTo>
                    <a:lnTo>
                      <a:pt x="1333373" y="33477"/>
                    </a:lnTo>
                    <a:lnTo>
                      <a:pt x="1333373" y="9956"/>
                    </a:lnTo>
                    <a:lnTo>
                      <a:pt x="1289177" y="21463"/>
                    </a:lnTo>
                    <a:lnTo>
                      <a:pt x="1322400" y="30441"/>
                    </a:lnTo>
                    <a:lnTo>
                      <a:pt x="755777" y="526224"/>
                    </a:lnTo>
                    <a:lnTo>
                      <a:pt x="768223" y="540562"/>
                    </a:lnTo>
                    <a:lnTo>
                      <a:pt x="1334858" y="44780"/>
                    </a:lnTo>
                    <a:lnTo>
                      <a:pt x="1339342" y="78867"/>
                    </a:lnTo>
                    <a:lnTo>
                      <a:pt x="1360843" y="26289"/>
                    </a:lnTo>
                    <a:lnTo>
                      <a:pt x="1371600" y="0"/>
                    </a:lnTo>
                    <a:close/>
                  </a:path>
                </a:pathLst>
              </a:custGeom>
              <a:solidFill>
                <a:srgbClr val="0000C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F8E7E1B-CCDC-FF1D-9496-F2D000C5AF28}"/>
              </a:ext>
            </a:extLst>
          </p:cNvPr>
          <p:cNvGrpSpPr/>
          <p:nvPr/>
        </p:nvGrpSpPr>
        <p:grpSpPr>
          <a:xfrm>
            <a:off x="0" y="6248400"/>
            <a:ext cx="9144000" cy="609600"/>
            <a:chOff x="0" y="6381750"/>
            <a:chExt cx="12192000" cy="476250"/>
          </a:xfrm>
          <a:solidFill>
            <a:srgbClr val="C00000"/>
          </a:solidFill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A67BC45-FECD-048A-62C4-3E575DED75BA}"/>
                </a:ext>
              </a:extLst>
            </p:cNvPr>
            <p:cNvSpPr/>
            <p:nvPr/>
          </p:nvSpPr>
          <p:spPr>
            <a:xfrm>
              <a:off x="0" y="6381750"/>
              <a:ext cx="12192000" cy="4762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78C417E-5839-088C-3081-407B6C717E3A}"/>
                </a:ext>
              </a:extLst>
            </p:cNvPr>
            <p:cNvGrpSpPr/>
            <p:nvPr/>
          </p:nvGrpSpPr>
          <p:grpSpPr>
            <a:xfrm>
              <a:off x="160078" y="6467142"/>
              <a:ext cx="4087740" cy="273465"/>
              <a:chOff x="4366684" y="2926127"/>
              <a:chExt cx="3278335" cy="2571063"/>
            </a:xfrm>
            <a:grpFill/>
          </p:grpSpPr>
          <p:sp>
            <p:nvSpPr>
              <p:cNvPr id="42" name="Freeform: Shape 6">
                <a:extLst>
                  <a:ext uri="{FF2B5EF4-FFF2-40B4-BE49-F238E27FC236}">
                    <a16:creationId xmlns:a16="http://schemas.microsoft.com/office/drawing/2014/main" id="{72FA712A-A361-9AFD-1B89-9F2F00D2B990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3" name="Freeform: Shape 7">
                <a:extLst>
                  <a:ext uri="{FF2B5EF4-FFF2-40B4-BE49-F238E27FC236}">
                    <a16:creationId xmlns:a16="http://schemas.microsoft.com/office/drawing/2014/main" id="{42150F6E-58E1-A1A9-687B-0CA1ED261F01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4" name="Freeform: Shape 8">
                <a:extLst>
                  <a:ext uri="{FF2B5EF4-FFF2-40B4-BE49-F238E27FC236}">
                    <a16:creationId xmlns:a16="http://schemas.microsoft.com/office/drawing/2014/main" id="{361B60CA-8E01-741A-3B20-B41132AF1A2A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5" name="Freeform: Shape 9">
                <a:extLst>
                  <a:ext uri="{FF2B5EF4-FFF2-40B4-BE49-F238E27FC236}">
                    <a16:creationId xmlns:a16="http://schemas.microsoft.com/office/drawing/2014/main" id="{F36C0ECF-ECF0-2162-0C9B-912709D5E4EC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Freeform: Shape 10">
                <a:extLst>
                  <a:ext uri="{FF2B5EF4-FFF2-40B4-BE49-F238E27FC236}">
                    <a16:creationId xmlns:a16="http://schemas.microsoft.com/office/drawing/2014/main" id="{852B75F3-9DAD-CA85-0254-46217A4DA740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7" name="Freeform: Shape 11">
                <a:extLst>
                  <a:ext uri="{FF2B5EF4-FFF2-40B4-BE49-F238E27FC236}">
                    <a16:creationId xmlns:a16="http://schemas.microsoft.com/office/drawing/2014/main" id="{A0C31EEA-955E-1779-5226-E94CFBB893C9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12">
                <a:extLst>
                  <a:ext uri="{FF2B5EF4-FFF2-40B4-BE49-F238E27FC236}">
                    <a16:creationId xmlns:a16="http://schemas.microsoft.com/office/drawing/2014/main" id="{C8B81011-1D0C-7687-9248-5859EC7DCC4F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13">
                <a:extLst>
                  <a:ext uri="{FF2B5EF4-FFF2-40B4-BE49-F238E27FC236}">
                    <a16:creationId xmlns:a16="http://schemas.microsoft.com/office/drawing/2014/main" id="{F290FF70-D707-81FB-54C5-14FCD1E2D7BD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14">
                <a:extLst>
                  <a:ext uri="{FF2B5EF4-FFF2-40B4-BE49-F238E27FC236}">
                    <a16:creationId xmlns:a16="http://schemas.microsoft.com/office/drawing/2014/main" id="{CAFF20EA-0D52-5A1D-28BC-72C5E1671B9D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15">
                <a:extLst>
                  <a:ext uri="{FF2B5EF4-FFF2-40B4-BE49-F238E27FC236}">
                    <a16:creationId xmlns:a16="http://schemas.microsoft.com/office/drawing/2014/main" id="{039259A8-3095-BD98-275F-D7932EAE3F5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16">
                <a:extLst>
                  <a:ext uri="{FF2B5EF4-FFF2-40B4-BE49-F238E27FC236}">
                    <a16:creationId xmlns:a16="http://schemas.microsoft.com/office/drawing/2014/main" id="{C8EFEA54-E4B6-5362-2760-8E31031B0FF6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17">
                <a:extLst>
                  <a:ext uri="{FF2B5EF4-FFF2-40B4-BE49-F238E27FC236}">
                    <a16:creationId xmlns:a16="http://schemas.microsoft.com/office/drawing/2014/main" id="{F251C5E8-9A77-C204-CC4A-C850E1C6E3F5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18">
                <a:extLst>
                  <a:ext uri="{FF2B5EF4-FFF2-40B4-BE49-F238E27FC236}">
                    <a16:creationId xmlns:a16="http://schemas.microsoft.com/office/drawing/2014/main" id="{52F1B4FF-100E-90C4-3757-9EAFA64E830B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19">
                <a:extLst>
                  <a:ext uri="{FF2B5EF4-FFF2-40B4-BE49-F238E27FC236}">
                    <a16:creationId xmlns:a16="http://schemas.microsoft.com/office/drawing/2014/main" id="{6B7F0D92-4362-2337-135A-233FF65A9A1B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20">
                <a:extLst>
                  <a:ext uri="{FF2B5EF4-FFF2-40B4-BE49-F238E27FC236}">
                    <a16:creationId xmlns:a16="http://schemas.microsoft.com/office/drawing/2014/main" id="{4703AABE-A105-EC08-F315-600F38CB2F80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21">
                <a:extLst>
                  <a:ext uri="{FF2B5EF4-FFF2-40B4-BE49-F238E27FC236}">
                    <a16:creationId xmlns:a16="http://schemas.microsoft.com/office/drawing/2014/main" id="{4808B009-0095-5ADA-7CF4-FAC312FBA78B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22">
                <a:extLst>
                  <a:ext uri="{FF2B5EF4-FFF2-40B4-BE49-F238E27FC236}">
                    <a16:creationId xmlns:a16="http://schemas.microsoft.com/office/drawing/2014/main" id="{DCAF30AD-86BA-DA20-BDB5-DE749C0536C1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23">
                <a:extLst>
                  <a:ext uri="{FF2B5EF4-FFF2-40B4-BE49-F238E27FC236}">
                    <a16:creationId xmlns:a16="http://schemas.microsoft.com/office/drawing/2014/main" id="{B2A10347-6F7C-6928-0702-EE5B096BB22A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24">
                <a:extLst>
                  <a:ext uri="{FF2B5EF4-FFF2-40B4-BE49-F238E27FC236}">
                    <a16:creationId xmlns:a16="http://schemas.microsoft.com/office/drawing/2014/main" id="{D1E04DB6-7327-D80A-89D9-35D779ABE067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25">
                <a:extLst>
                  <a:ext uri="{FF2B5EF4-FFF2-40B4-BE49-F238E27FC236}">
                    <a16:creationId xmlns:a16="http://schemas.microsoft.com/office/drawing/2014/main" id="{BDDED280-4302-A891-0C5A-62282E20FEDA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26">
                <a:extLst>
                  <a:ext uri="{FF2B5EF4-FFF2-40B4-BE49-F238E27FC236}">
                    <a16:creationId xmlns:a16="http://schemas.microsoft.com/office/drawing/2014/main" id="{5C598723-E676-A322-566D-91F164EB6698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27">
                <a:extLst>
                  <a:ext uri="{FF2B5EF4-FFF2-40B4-BE49-F238E27FC236}">
                    <a16:creationId xmlns:a16="http://schemas.microsoft.com/office/drawing/2014/main" id="{C653CCA2-9295-4676-222E-2FF4DE62F861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28">
                <a:extLst>
                  <a:ext uri="{FF2B5EF4-FFF2-40B4-BE49-F238E27FC236}">
                    <a16:creationId xmlns:a16="http://schemas.microsoft.com/office/drawing/2014/main" id="{A1B9E928-0783-CA73-1488-80C25E352B92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29">
                <a:extLst>
                  <a:ext uri="{FF2B5EF4-FFF2-40B4-BE49-F238E27FC236}">
                    <a16:creationId xmlns:a16="http://schemas.microsoft.com/office/drawing/2014/main" id="{D18F1DC8-16DA-CD90-F664-74FED2D73E72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30">
                <a:extLst>
                  <a:ext uri="{FF2B5EF4-FFF2-40B4-BE49-F238E27FC236}">
                    <a16:creationId xmlns:a16="http://schemas.microsoft.com/office/drawing/2014/main" id="{93361724-BA33-9035-E570-708C2BBA500E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31">
                <a:extLst>
                  <a:ext uri="{FF2B5EF4-FFF2-40B4-BE49-F238E27FC236}">
                    <a16:creationId xmlns:a16="http://schemas.microsoft.com/office/drawing/2014/main" id="{03962086-9304-149B-EE9A-FD1010567615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32">
                <a:extLst>
                  <a:ext uri="{FF2B5EF4-FFF2-40B4-BE49-F238E27FC236}">
                    <a16:creationId xmlns:a16="http://schemas.microsoft.com/office/drawing/2014/main" id="{B687C00D-38B2-ABE4-8D54-CAD020C83449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33">
                <a:extLst>
                  <a:ext uri="{FF2B5EF4-FFF2-40B4-BE49-F238E27FC236}">
                    <a16:creationId xmlns:a16="http://schemas.microsoft.com/office/drawing/2014/main" id="{6713D9D4-6F25-8761-5C96-1FF01BE441E2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34">
                <a:extLst>
                  <a:ext uri="{FF2B5EF4-FFF2-40B4-BE49-F238E27FC236}">
                    <a16:creationId xmlns:a16="http://schemas.microsoft.com/office/drawing/2014/main" id="{AF09222B-6EC2-DDB6-A659-5D3745747A27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35">
                <a:extLst>
                  <a:ext uri="{FF2B5EF4-FFF2-40B4-BE49-F238E27FC236}">
                    <a16:creationId xmlns:a16="http://schemas.microsoft.com/office/drawing/2014/main" id="{9A00F6E0-D950-6FB7-E76C-2D445D2CF803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36">
                <a:extLst>
                  <a:ext uri="{FF2B5EF4-FFF2-40B4-BE49-F238E27FC236}">
                    <a16:creationId xmlns:a16="http://schemas.microsoft.com/office/drawing/2014/main" id="{0CA627D7-3807-782F-B8E2-0134F3CFDBDF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37">
                <a:extLst>
                  <a:ext uri="{FF2B5EF4-FFF2-40B4-BE49-F238E27FC236}">
                    <a16:creationId xmlns:a16="http://schemas.microsoft.com/office/drawing/2014/main" id="{A3399839-B66F-1521-89E7-E4EF979EA54A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38">
                <a:extLst>
                  <a:ext uri="{FF2B5EF4-FFF2-40B4-BE49-F238E27FC236}">
                    <a16:creationId xmlns:a16="http://schemas.microsoft.com/office/drawing/2014/main" id="{F0FEE82D-12FD-2EED-823D-4347259B3298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39">
                <a:extLst>
                  <a:ext uri="{FF2B5EF4-FFF2-40B4-BE49-F238E27FC236}">
                    <a16:creationId xmlns:a16="http://schemas.microsoft.com/office/drawing/2014/main" id="{2A0D0B94-A98C-1E5B-C16F-071B08A568D3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6" name="Freeform: Shape 40">
                <a:extLst>
                  <a:ext uri="{FF2B5EF4-FFF2-40B4-BE49-F238E27FC236}">
                    <a16:creationId xmlns:a16="http://schemas.microsoft.com/office/drawing/2014/main" id="{6B258F24-2E76-2F2C-4678-FE23EB246230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grpFill/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3B5CC8C-D4FA-B03B-9AFE-203FF6C958B1}"/>
              </a:ext>
            </a:extLst>
          </p:cNvPr>
          <p:cNvGrpSpPr/>
          <p:nvPr/>
        </p:nvGrpSpPr>
        <p:grpSpPr>
          <a:xfrm>
            <a:off x="127405" y="6445226"/>
            <a:ext cx="4247638" cy="273465"/>
            <a:chOff x="4366684" y="2926127"/>
            <a:chExt cx="3278335" cy="2571063"/>
          </a:xfrm>
        </p:grpSpPr>
        <p:sp>
          <p:nvSpPr>
            <p:cNvPr id="78" name="Freeform: Shape 42">
              <a:extLst>
                <a:ext uri="{FF2B5EF4-FFF2-40B4-BE49-F238E27FC236}">
                  <a16:creationId xmlns:a16="http://schemas.microsoft.com/office/drawing/2014/main" id="{8F02B74A-F698-9F95-86A2-D4D4443CD11B}"/>
                </a:ext>
              </a:extLst>
            </p:cNvPr>
            <p:cNvSpPr/>
            <p:nvPr/>
          </p:nvSpPr>
          <p:spPr>
            <a:xfrm>
              <a:off x="4744501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Freeform: Shape 43">
              <a:extLst>
                <a:ext uri="{FF2B5EF4-FFF2-40B4-BE49-F238E27FC236}">
                  <a16:creationId xmlns:a16="http://schemas.microsoft.com/office/drawing/2014/main" id="{845279D6-E841-96D7-C522-A13214BC4CA9}"/>
                </a:ext>
              </a:extLst>
            </p:cNvPr>
            <p:cNvSpPr/>
            <p:nvPr/>
          </p:nvSpPr>
          <p:spPr>
            <a:xfrm>
              <a:off x="467662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0" name="Freeform: Shape 44">
              <a:extLst>
                <a:ext uri="{FF2B5EF4-FFF2-40B4-BE49-F238E27FC236}">
                  <a16:creationId xmlns:a16="http://schemas.microsoft.com/office/drawing/2014/main" id="{37C3FD9E-1305-5AF5-C8A1-BAAD3387291B}"/>
                </a:ext>
              </a:extLst>
            </p:cNvPr>
            <p:cNvSpPr/>
            <p:nvPr/>
          </p:nvSpPr>
          <p:spPr>
            <a:xfrm>
              <a:off x="5706626" y="2927282"/>
              <a:ext cx="109764" cy="2394576"/>
            </a:xfrm>
            <a:custGeom>
              <a:avLst/>
              <a:gdLst>
                <a:gd name="connsiteX0" fmla="*/ 0 w 292813"/>
                <a:gd name="connsiteY0" fmla="*/ 639258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97091" y="0"/>
                    <a:pt x="194952" y="0"/>
                    <a:pt x="295125" y="0"/>
                  </a:cubicBezTo>
                  <a:cubicBezTo>
                    <a:pt x="295125" y="2130603"/>
                    <a:pt x="295125" y="4259666"/>
                    <a:pt x="29512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1" name="Freeform: Shape 45">
              <a:extLst>
                <a:ext uri="{FF2B5EF4-FFF2-40B4-BE49-F238E27FC236}">
                  <a16:creationId xmlns:a16="http://schemas.microsoft.com/office/drawing/2014/main" id="{B0CE6CAE-43C8-3B0C-7C2F-33400649B107}"/>
                </a:ext>
              </a:extLst>
            </p:cNvPr>
            <p:cNvSpPr/>
            <p:nvPr/>
          </p:nvSpPr>
          <p:spPr>
            <a:xfrm>
              <a:off x="5022376" y="2926994"/>
              <a:ext cx="75101" cy="2394576"/>
            </a:xfrm>
            <a:custGeom>
              <a:avLst/>
              <a:gdLst>
                <a:gd name="connsiteX0" fmla="*/ 0 w 200346"/>
                <a:gd name="connsiteY0" fmla="*/ 6392581 h 6387957"/>
                <a:gd name="connsiteX1" fmla="*/ 0 w 200346"/>
                <a:gd name="connsiteY1" fmla="*/ 0 h 6387957"/>
                <a:gd name="connsiteX2" fmla="*/ 201117 w 200346"/>
                <a:gd name="connsiteY2" fmla="*/ 0 h 6387957"/>
                <a:gd name="connsiteX3" fmla="*/ 201117 w 200346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346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3307" y="0"/>
                    <a:pt x="201117" y="0"/>
                  </a:cubicBezTo>
                  <a:cubicBezTo>
                    <a:pt x="201117" y="2131374"/>
                    <a:pt x="201117" y="4260437"/>
                    <a:pt x="201117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2" name="Freeform: Shape 46">
              <a:extLst>
                <a:ext uri="{FF2B5EF4-FFF2-40B4-BE49-F238E27FC236}">
                  <a16:creationId xmlns:a16="http://schemas.microsoft.com/office/drawing/2014/main" id="{DB8AE785-BE24-2297-9353-12A8E7431D5B}"/>
                </a:ext>
              </a:extLst>
            </p:cNvPr>
            <p:cNvSpPr/>
            <p:nvPr/>
          </p:nvSpPr>
          <p:spPr>
            <a:xfrm>
              <a:off x="487782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6043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3" name="Freeform: Shape 47">
              <a:extLst>
                <a:ext uri="{FF2B5EF4-FFF2-40B4-BE49-F238E27FC236}">
                  <a16:creationId xmlns:a16="http://schemas.microsoft.com/office/drawing/2014/main" id="{3E5F942B-D76D-9EE8-5FE0-ED07FB1F7ADD}"/>
                </a:ext>
              </a:extLst>
            </p:cNvPr>
            <p:cNvSpPr/>
            <p:nvPr/>
          </p:nvSpPr>
          <p:spPr>
            <a:xfrm>
              <a:off x="4559765" y="2926994"/>
              <a:ext cx="72212" cy="2394576"/>
            </a:xfrm>
            <a:custGeom>
              <a:avLst/>
              <a:gdLst>
                <a:gd name="connsiteX0" fmla="*/ 0 w 192640"/>
                <a:gd name="connsiteY0" fmla="*/ 6393351 h 6387957"/>
                <a:gd name="connsiteX1" fmla="*/ 0 w 192640"/>
                <a:gd name="connsiteY1" fmla="*/ 0 h 6387957"/>
                <a:gd name="connsiteX2" fmla="*/ 198034 w 192640"/>
                <a:gd name="connsiteY2" fmla="*/ 0 h 6387957"/>
                <a:gd name="connsiteX3" fmla="*/ 198034 w 19264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034" y="0"/>
                  </a:cubicBezTo>
                  <a:cubicBezTo>
                    <a:pt x="198034" y="2132145"/>
                    <a:pt x="198034" y="4261207"/>
                    <a:pt x="198034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4" name="Freeform: Shape 48">
              <a:extLst>
                <a:ext uri="{FF2B5EF4-FFF2-40B4-BE49-F238E27FC236}">
                  <a16:creationId xmlns:a16="http://schemas.microsoft.com/office/drawing/2014/main" id="{DCB9C42E-3A15-50F4-813B-78F3D2800DC9}"/>
                </a:ext>
              </a:extLst>
            </p:cNvPr>
            <p:cNvSpPr/>
            <p:nvPr/>
          </p:nvSpPr>
          <p:spPr>
            <a:xfrm>
              <a:off x="4433987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4716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Freeform: Shape 49">
              <a:extLst>
                <a:ext uri="{FF2B5EF4-FFF2-40B4-BE49-F238E27FC236}">
                  <a16:creationId xmlns:a16="http://schemas.microsoft.com/office/drawing/2014/main" id="{795A157E-6C22-ABE0-54F8-30FBD57FB09F}"/>
                </a:ext>
              </a:extLst>
            </p:cNvPr>
            <p:cNvSpPr/>
            <p:nvPr/>
          </p:nvSpPr>
          <p:spPr>
            <a:xfrm>
              <a:off x="4366684" y="2927282"/>
              <a:ext cx="37550" cy="2567886"/>
            </a:xfrm>
            <a:custGeom>
              <a:avLst/>
              <a:gdLst>
                <a:gd name="connsiteX0" fmla="*/ 0 w 100173"/>
                <a:gd name="connsiteY0" fmla="*/ 685414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148"/>
                  </a:moveTo>
                  <a:cubicBezTo>
                    <a:pt x="0" y="4569432"/>
                    <a:pt x="0" y="2286257"/>
                    <a:pt x="0" y="0"/>
                  </a:cubicBezTo>
                  <a:cubicBezTo>
                    <a:pt x="33905" y="0"/>
                    <a:pt x="67809" y="0"/>
                    <a:pt x="103255" y="0"/>
                  </a:cubicBezTo>
                  <a:cubicBezTo>
                    <a:pt x="103255" y="2285486"/>
                    <a:pt x="103255" y="456866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6" name="Freeform: Shape 50">
              <a:extLst>
                <a:ext uri="{FF2B5EF4-FFF2-40B4-BE49-F238E27FC236}">
                  <a16:creationId xmlns:a16="http://schemas.microsoft.com/office/drawing/2014/main" id="{94132FE8-E069-79D2-A938-BD92E5EE1EC7}"/>
                </a:ext>
              </a:extLst>
            </p:cNvPr>
            <p:cNvSpPr/>
            <p:nvPr/>
          </p:nvSpPr>
          <p:spPr>
            <a:xfrm>
              <a:off x="5957386" y="2926705"/>
              <a:ext cx="37550" cy="2567886"/>
            </a:xfrm>
            <a:custGeom>
              <a:avLst/>
              <a:gdLst>
                <a:gd name="connsiteX0" fmla="*/ 0 w 100173"/>
                <a:gd name="connsiteY0" fmla="*/ 6854918 h 6850294"/>
                <a:gd name="connsiteX1" fmla="*/ 0 w 100173"/>
                <a:gd name="connsiteY1" fmla="*/ 0 h 6850294"/>
                <a:gd name="connsiteX2" fmla="*/ 103255 w 100173"/>
                <a:gd name="connsiteY2" fmla="*/ 0 h 6850294"/>
                <a:gd name="connsiteX3" fmla="*/ 103255 w 100173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283945"/>
                    <a:pt x="103255" y="4567891"/>
                    <a:pt x="103255" y="6854918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7" name="Freeform: Shape 51">
              <a:extLst>
                <a:ext uri="{FF2B5EF4-FFF2-40B4-BE49-F238E27FC236}">
                  <a16:creationId xmlns:a16="http://schemas.microsoft.com/office/drawing/2014/main" id="{92961B08-9411-2822-9FC2-E97532C662E9}"/>
                </a:ext>
              </a:extLst>
            </p:cNvPr>
            <p:cNvSpPr/>
            <p:nvPr/>
          </p:nvSpPr>
          <p:spPr>
            <a:xfrm>
              <a:off x="6024689" y="2926127"/>
              <a:ext cx="37550" cy="2567886"/>
            </a:xfrm>
            <a:custGeom>
              <a:avLst/>
              <a:gdLst>
                <a:gd name="connsiteX0" fmla="*/ 0 w 100173"/>
                <a:gd name="connsiteY0" fmla="*/ 6857230 h 6850294"/>
                <a:gd name="connsiteX1" fmla="*/ 0 w 100173"/>
                <a:gd name="connsiteY1" fmla="*/ 0 h 6850294"/>
                <a:gd name="connsiteX2" fmla="*/ 52398 w 100173"/>
                <a:gd name="connsiteY2" fmla="*/ 0 h 6850294"/>
                <a:gd name="connsiteX3" fmla="*/ 103255 w 100173"/>
                <a:gd name="connsiteY3" fmla="*/ 0 h 6850294"/>
                <a:gd name="connsiteX4" fmla="*/ 103255 w 100173"/>
                <a:gd name="connsiteY4" fmla="*/ 6857230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850294">
                  <a:moveTo>
                    <a:pt x="0" y="6857230"/>
                  </a:moveTo>
                  <a:cubicBezTo>
                    <a:pt x="0" y="4572514"/>
                    <a:pt x="0" y="2288569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287798"/>
                    <a:pt x="103255" y="4571743"/>
                    <a:pt x="103255" y="6857230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Freeform: Shape 52">
              <a:extLst>
                <a:ext uri="{FF2B5EF4-FFF2-40B4-BE49-F238E27FC236}">
                  <a16:creationId xmlns:a16="http://schemas.microsoft.com/office/drawing/2014/main" id="{1AB97B48-6CCA-0EE9-24FF-C1D5432A99CD}"/>
                </a:ext>
              </a:extLst>
            </p:cNvPr>
            <p:cNvSpPr/>
            <p:nvPr/>
          </p:nvSpPr>
          <p:spPr>
            <a:xfrm>
              <a:off x="5890084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1714 w 100173"/>
                <a:gd name="connsiteY2" fmla="*/ 0 h 6387957"/>
                <a:gd name="connsiteX3" fmla="*/ 101714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33904" y="0"/>
                    <a:pt x="67039" y="0"/>
                    <a:pt x="101714" y="0"/>
                  </a:cubicBezTo>
                  <a:cubicBezTo>
                    <a:pt x="101714" y="2130603"/>
                    <a:pt x="101714" y="4260437"/>
                    <a:pt x="101714" y="639258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9" name="Freeform: Shape 53">
              <a:extLst>
                <a:ext uri="{FF2B5EF4-FFF2-40B4-BE49-F238E27FC236}">
                  <a16:creationId xmlns:a16="http://schemas.microsoft.com/office/drawing/2014/main" id="{AE3D8E0C-5158-18A1-1CB0-4EFF941CBE4E}"/>
                </a:ext>
              </a:extLst>
            </p:cNvPr>
            <p:cNvSpPr/>
            <p:nvPr/>
          </p:nvSpPr>
          <p:spPr>
            <a:xfrm>
              <a:off x="6091991" y="2926994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1978"/>
                    <a:pt x="0" y="213291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1374"/>
                    <a:pt x="103255" y="4261207"/>
                    <a:pt x="103255" y="6393351"/>
                  </a:cubicBezTo>
                </a:path>
              </a:pathLst>
            </a:custGeom>
            <a:solidFill>
              <a:schemeClr val="accent6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0" name="Freeform: Shape 54">
              <a:extLst>
                <a:ext uri="{FF2B5EF4-FFF2-40B4-BE49-F238E27FC236}">
                  <a16:creationId xmlns:a16="http://schemas.microsoft.com/office/drawing/2014/main" id="{4959DAD1-C947-6AED-D161-D66DA505D6FE}"/>
                </a:ext>
              </a:extLst>
            </p:cNvPr>
            <p:cNvSpPr/>
            <p:nvPr/>
          </p:nvSpPr>
          <p:spPr>
            <a:xfrm>
              <a:off x="7139759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1" name="Freeform: Shape 55">
              <a:extLst>
                <a:ext uri="{FF2B5EF4-FFF2-40B4-BE49-F238E27FC236}">
                  <a16:creationId xmlns:a16="http://schemas.microsoft.com/office/drawing/2014/main" id="{C1B5EF74-5B36-32D1-E790-2970E42D4072}"/>
                </a:ext>
              </a:extLst>
            </p:cNvPr>
            <p:cNvSpPr/>
            <p:nvPr/>
          </p:nvSpPr>
          <p:spPr>
            <a:xfrm>
              <a:off x="7280788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2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2" name="Freeform: Shape 56">
              <a:extLst>
                <a:ext uri="{FF2B5EF4-FFF2-40B4-BE49-F238E27FC236}">
                  <a16:creationId xmlns:a16="http://schemas.microsoft.com/office/drawing/2014/main" id="{22845D4F-F748-9AD2-6777-815AAED9FBA8}"/>
                </a:ext>
              </a:extLst>
            </p:cNvPr>
            <p:cNvSpPr/>
            <p:nvPr/>
          </p:nvSpPr>
          <p:spPr>
            <a:xfrm>
              <a:off x="7349773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99402" y="0"/>
                    <a:pt x="195722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3" name="Freeform: Shape 57">
              <a:extLst>
                <a:ext uri="{FF2B5EF4-FFF2-40B4-BE49-F238E27FC236}">
                  <a16:creationId xmlns:a16="http://schemas.microsoft.com/office/drawing/2014/main" id="{1AF1F56E-F22F-A851-94B8-30DB88D93276}"/>
                </a:ext>
              </a:extLst>
            </p:cNvPr>
            <p:cNvSpPr/>
            <p:nvPr/>
          </p:nvSpPr>
          <p:spPr>
            <a:xfrm>
              <a:off x="7548511" y="2927282"/>
              <a:ext cx="41911" cy="2569908"/>
            </a:xfrm>
            <a:custGeom>
              <a:avLst/>
              <a:gdLst>
                <a:gd name="connsiteX0" fmla="*/ 0 w 115584"/>
                <a:gd name="connsiteY0" fmla="*/ 6753975 h 6850294"/>
                <a:gd name="connsiteX1" fmla="*/ 13099 w 115584"/>
                <a:gd name="connsiteY1" fmla="*/ 0 h 6850294"/>
                <a:gd name="connsiteX2" fmla="*/ 118666 w 115584"/>
                <a:gd name="connsiteY2" fmla="*/ 0 h 6850294"/>
                <a:gd name="connsiteX3" fmla="*/ 118666 w 115584"/>
                <a:gd name="connsiteY3" fmla="*/ 6855688 h 6850294"/>
                <a:gd name="connsiteX0" fmla="*/ 0 w 111805"/>
                <a:gd name="connsiteY0" fmla="*/ 6836322 h 6855688"/>
                <a:gd name="connsiteX1" fmla="*/ 6237 w 111805"/>
                <a:gd name="connsiteY1" fmla="*/ 0 h 6855688"/>
                <a:gd name="connsiteX2" fmla="*/ 111804 w 111805"/>
                <a:gd name="connsiteY2" fmla="*/ 0 h 6855688"/>
                <a:gd name="connsiteX3" fmla="*/ 111804 w 111805"/>
                <a:gd name="connsiteY3" fmla="*/ 6855688 h 6855688"/>
                <a:gd name="connsiteX0" fmla="*/ 0 w 111804"/>
                <a:gd name="connsiteY0" fmla="*/ 6853478 h 6855688"/>
                <a:gd name="connsiteX1" fmla="*/ 6237 w 111804"/>
                <a:gd name="connsiteY1" fmla="*/ 0 h 6855688"/>
                <a:gd name="connsiteX2" fmla="*/ 111804 w 111804"/>
                <a:gd name="connsiteY2" fmla="*/ 0 h 6855688"/>
                <a:gd name="connsiteX3" fmla="*/ 111804 w 111804"/>
                <a:gd name="connsiteY3" fmla="*/ 6855688 h 6855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1804" h="6855688">
                  <a:moveTo>
                    <a:pt x="0" y="6853478"/>
                  </a:moveTo>
                  <a:cubicBezTo>
                    <a:pt x="14640" y="4603437"/>
                    <a:pt x="3155" y="2253123"/>
                    <a:pt x="6237" y="0"/>
                  </a:cubicBezTo>
                  <a:lnTo>
                    <a:pt x="111804" y="0"/>
                  </a:lnTo>
                  <a:lnTo>
                    <a:pt x="111804" y="6855688"/>
                  </a:ln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4" name="Freeform: Shape 58">
              <a:extLst>
                <a:ext uri="{FF2B5EF4-FFF2-40B4-BE49-F238E27FC236}">
                  <a16:creationId xmlns:a16="http://schemas.microsoft.com/office/drawing/2014/main" id="{9BE59FF8-2AB9-3B14-0E26-0DD706A6D4C1}"/>
                </a:ext>
              </a:extLst>
            </p:cNvPr>
            <p:cNvSpPr/>
            <p:nvPr/>
          </p:nvSpPr>
          <p:spPr>
            <a:xfrm>
              <a:off x="748524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5" name="Freeform: Shape 59">
              <a:extLst>
                <a:ext uri="{FF2B5EF4-FFF2-40B4-BE49-F238E27FC236}">
                  <a16:creationId xmlns:a16="http://schemas.microsoft.com/office/drawing/2014/main" id="{123BC890-1431-23B7-4E0C-640C2B198E65}"/>
                </a:ext>
              </a:extLst>
            </p:cNvPr>
            <p:cNvSpPr/>
            <p:nvPr/>
          </p:nvSpPr>
          <p:spPr>
            <a:xfrm>
              <a:off x="7616134" y="2926994"/>
              <a:ext cx="28885" cy="2567886"/>
            </a:xfrm>
            <a:custGeom>
              <a:avLst/>
              <a:gdLst>
                <a:gd name="connsiteX0" fmla="*/ 0 w 77056"/>
                <a:gd name="connsiteY0" fmla="*/ 6854918 h 6850294"/>
                <a:gd name="connsiteX1" fmla="*/ 0 w 77056"/>
                <a:gd name="connsiteY1" fmla="*/ 0 h 6850294"/>
                <a:gd name="connsiteX2" fmla="*/ 78597 w 77056"/>
                <a:gd name="connsiteY2" fmla="*/ 0 h 6850294"/>
                <a:gd name="connsiteX3" fmla="*/ 78597 w 77056"/>
                <a:gd name="connsiteY3" fmla="*/ 6854918 h 6850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056" h="6850294">
                  <a:moveTo>
                    <a:pt x="0" y="6854918"/>
                  </a:moveTo>
                  <a:cubicBezTo>
                    <a:pt x="0" y="4570202"/>
                    <a:pt x="0" y="2286257"/>
                    <a:pt x="0" y="0"/>
                  </a:cubicBezTo>
                  <a:cubicBezTo>
                    <a:pt x="25428" y="0"/>
                    <a:pt x="50087" y="0"/>
                    <a:pt x="78597" y="0"/>
                  </a:cubicBezTo>
                  <a:cubicBezTo>
                    <a:pt x="78597" y="2283175"/>
                    <a:pt x="78597" y="4566350"/>
                    <a:pt x="78597" y="6854918"/>
                  </a:cubicBezTo>
                </a:path>
              </a:pathLst>
            </a:custGeom>
            <a:solidFill>
              <a:schemeClr val="accent1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6" name="Freeform: Shape 60">
              <a:extLst>
                <a:ext uri="{FF2B5EF4-FFF2-40B4-BE49-F238E27FC236}">
                  <a16:creationId xmlns:a16="http://schemas.microsoft.com/office/drawing/2014/main" id="{F3A3308E-1D15-6E04-A85C-D657DFC6F444}"/>
                </a:ext>
              </a:extLst>
            </p:cNvPr>
            <p:cNvSpPr/>
            <p:nvPr/>
          </p:nvSpPr>
          <p:spPr>
            <a:xfrm>
              <a:off x="6838507" y="2926994"/>
              <a:ext cx="109764" cy="2394576"/>
            </a:xfrm>
            <a:custGeom>
              <a:avLst/>
              <a:gdLst>
                <a:gd name="connsiteX0" fmla="*/ 0 w 292813"/>
                <a:gd name="connsiteY0" fmla="*/ 6393351 h 6387957"/>
                <a:gd name="connsiteX1" fmla="*/ 0 w 292813"/>
                <a:gd name="connsiteY1" fmla="*/ 0 h 6387957"/>
                <a:gd name="connsiteX2" fmla="*/ 295125 w 292813"/>
                <a:gd name="connsiteY2" fmla="*/ 0 h 6387957"/>
                <a:gd name="connsiteX3" fmla="*/ 295125 w 29281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2813" h="6387957">
                  <a:moveTo>
                    <a:pt x="0" y="639335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99403" y="0"/>
                    <a:pt x="196493" y="0"/>
                    <a:pt x="295125" y="0"/>
                  </a:cubicBezTo>
                  <a:cubicBezTo>
                    <a:pt x="295125" y="2132145"/>
                    <a:pt x="295125" y="4261207"/>
                    <a:pt x="295125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7" name="Freeform: Shape 61">
              <a:extLst>
                <a:ext uri="{FF2B5EF4-FFF2-40B4-BE49-F238E27FC236}">
                  <a16:creationId xmlns:a16="http://schemas.microsoft.com/office/drawing/2014/main" id="{D8A9999B-3D7A-D51C-04D4-6B4EF7FFFA0B}"/>
                </a:ext>
              </a:extLst>
            </p:cNvPr>
            <p:cNvSpPr/>
            <p:nvPr/>
          </p:nvSpPr>
          <p:spPr>
            <a:xfrm>
              <a:off x="6980994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8" name="Freeform: Shape 62">
              <a:extLst>
                <a:ext uri="{FF2B5EF4-FFF2-40B4-BE49-F238E27FC236}">
                  <a16:creationId xmlns:a16="http://schemas.microsoft.com/office/drawing/2014/main" id="{92744D18-D258-A933-D773-88BDDE61709E}"/>
                </a:ext>
              </a:extLst>
            </p:cNvPr>
            <p:cNvSpPr/>
            <p:nvPr/>
          </p:nvSpPr>
          <p:spPr>
            <a:xfrm>
              <a:off x="7065051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0603"/>
                    <a:pt x="103255" y="4258895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9" name="Freeform: Shape 63">
              <a:extLst>
                <a:ext uri="{FF2B5EF4-FFF2-40B4-BE49-F238E27FC236}">
                  <a16:creationId xmlns:a16="http://schemas.microsoft.com/office/drawing/2014/main" id="{6AC70FC3-B127-DFFA-1953-00E3A26C9081}"/>
                </a:ext>
              </a:extLst>
            </p:cNvPr>
            <p:cNvSpPr/>
            <p:nvPr/>
          </p:nvSpPr>
          <p:spPr>
            <a:xfrm>
              <a:off x="6754449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0" name="Freeform: Shape 64">
              <a:extLst>
                <a:ext uri="{FF2B5EF4-FFF2-40B4-BE49-F238E27FC236}">
                  <a16:creationId xmlns:a16="http://schemas.microsoft.com/office/drawing/2014/main" id="{1AC421B6-C564-8822-41CE-432C197F476A}"/>
                </a:ext>
              </a:extLst>
            </p:cNvPr>
            <p:cNvSpPr/>
            <p:nvPr/>
          </p:nvSpPr>
          <p:spPr>
            <a:xfrm>
              <a:off x="6334914" y="2927282"/>
              <a:ext cx="37550" cy="2394576"/>
            </a:xfrm>
            <a:custGeom>
              <a:avLst/>
              <a:gdLst>
                <a:gd name="connsiteX0" fmla="*/ 0 w 100173"/>
                <a:gd name="connsiteY0" fmla="*/ 639335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3351"/>
                  </a:moveTo>
                  <a:cubicBezTo>
                    <a:pt x="0" y="4262748"/>
                    <a:pt x="0" y="2132915"/>
                    <a:pt x="0" y="0"/>
                  </a:cubicBezTo>
                  <a:cubicBezTo>
                    <a:pt x="33904" y="0"/>
                    <a:pt x="67809" y="0"/>
                    <a:pt x="103255" y="0"/>
                  </a:cubicBezTo>
                  <a:cubicBezTo>
                    <a:pt x="103255" y="2131374"/>
                    <a:pt x="103255" y="4260436"/>
                    <a:pt x="103255" y="639335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1" name="Freeform: Shape 65">
              <a:extLst>
                <a:ext uri="{FF2B5EF4-FFF2-40B4-BE49-F238E27FC236}">
                  <a16:creationId xmlns:a16="http://schemas.microsoft.com/office/drawing/2014/main" id="{23D1D357-E477-A7FB-5B81-B71B6D4F2F82}"/>
                </a:ext>
              </a:extLst>
            </p:cNvPr>
            <p:cNvSpPr/>
            <p:nvPr/>
          </p:nvSpPr>
          <p:spPr>
            <a:xfrm>
              <a:off x="6159871" y="2926127"/>
              <a:ext cx="37550" cy="2397464"/>
            </a:xfrm>
            <a:custGeom>
              <a:avLst/>
              <a:gdLst>
                <a:gd name="connsiteX0" fmla="*/ 0 w 100173"/>
                <a:gd name="connsiteY0" fmla="*/ 6395663 h 6395662"/>
                <a:gd name="connsiteX1" fmla="*/ 0 w 100173"/>
                <a:gd name="connsiteY1" fmla="*/ 0 h 6395662"/>
                <a:gd name="connsiteX2" fmla="*/ 52398 w 100173"/>
                <a:gd name="connsiteY2" fmla="*/ 0 h 6395662"/>
                <a:gd name="connsiteX3" fmla="*/ 103255 w 100173"/>
                <a:gd name="connsiteY3" fmla="*/ 0 h 6395662"/>
                <a:gd name="connsiteX4" fmla="*/ 103255 w 100173"/>
                <a:gd name="connsiteY4" fmla="*/ 6395663 h 6395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73" h="6395662">
                  <a:moveTo>
                    <a:pt x="0" y="6395663"/>
                  </a:moveTo>
                  <a:cubicBezTo>
                    <a:pt x="0" y="4265060"/>
                    <a:pt x="0" y="2135227"/>
                    <a:pt x="0" y="0"/>
                  </a:cubicBezTo>
                  <a:cubicBezTo>
                    <a:pt x="17723" y="0"/>
                    <a:pt x="34675" y="0"/>
                    <a:pt x="52398" y="0"/>
                  </a:cubicBezTo>
                  <a:cubicBezTo>
                    <a:pt x="68580" y="0"/>
                    <a:pt x="84762" y="0"/>
                    <a:pt x="103255" y="0"/>
                  </a:cubicBezTo>
                  <a:cubicBezTo>
                    <a:pt x="103255" y="2132915"/>
                    <a:pt x="103255" y="4261977"/>
                    <a:pt x="103255" y="6395663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2" name="Freeform: Shape 66">
              <a:extLst>
                <a:ext uri="{FF2B5EF4-FFF2-40B4-BE49-F238E27FC236}">
                  <a16:creationId xmlns:a16="http://schemas.microsoft.com/office/drawing/2014/main" id="{215C994B-2FBC-8E47-365A-692AD7453B03}"/>
                </a:ext>
              </a:extLst>
            </p:cNvPr>
            <p:cNvSpPr/>
            <p:nvPr/>
          </p:nvSpPr>
          <p:spPr>
            <a:xfrm>
              <a:off x="6231712" y="2926127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5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3" name="Freeform: Shape 67">
              <a:extLst>
                <a:ext uri="{FF2B5EF4-FFF2-40B4-BE49-F238E27FC236}">
                  <a16:creationId xmlns:a16="http://schemas.microsoft.com/office/drawing/2014/main" id="{F79A9923-5E43-A950-E300-E7B8D86FFC74}"/>
                </a:ext>
              </a:extLst>
            </p:cNvPr>
            <p:cNvSpPr/>
            <p:nvPr/>
          </p:nvSpPr>
          <p:spPr>
            <a:xfrm>
              <a:off x="6598401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207"/>
                    <a:pt x="0" y="2131374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60437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4" name="Freeform: Shape 68">
              <a:extLst>
                <a:ext uri="{FF2B5EF4-FFF2-40B4-BE49-F238E27FC236}">
                  <a16:creationId xmlns:a16="http://schemas.microsoft.com/office/drawing/2014/main" id="{61E632CA-5BAB-5554-ECA7-B83529A99543}"/>
                </a:ext>
              </a:extLst>
            </p:cNvPr>
            <p:cNvSpPr/>
            <p:nvPr/>
          </p:nvSpPr>
          <p:spPr>
            <a:xfrm>
              <a:off x="6680669" y="2927282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905" y="0"/>
                    <a:pt x="67810" y="0"/>
                    <a:pt x="103255" y="0"/>
                  </a:cubicBezTo>
                  <a:cubicBezTo>
                    <a:pt x="103255" y="2131374"/>
                    <a:pt x="103255" y="4260436"/>
                    <a:pt x="10325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5" name="Freeform: Shape 69">
              <a:extLst>
                <a:ext uri="{FF2B5EF4-FFF2-40B4-BE49-F238E27FC236}">
                  <a16:creationId xmlns:a16="http://schemas.microsoft.com/office/drawing/2014/main" id="{BA136E84-B32C-C324-61D6-9C4567B66013}"/>
                </a:ext>
              </a:extLst>
            </p:cNvPr>
            <p:cNvSpPr/>
            <p:nvPr/>
          </p:nvSpPr>
          <p:spPr>
            <a:xfrm>
              <a:off x="6516134" y="2927282"/>
              <a:ext cx="37550" cy="2394576"/>
            </a:xfrm>
            <a:custGeom>
              <a:avLst/>
              <a:gdLst>
                <a:gd name="connsiteX0" fmla="*/ 0 w 100173"/>
                <a:gd name="connsiteY0" fmla="*/ 639181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181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181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3134" y="0"/>
                    <a:pt x="67039" y="0"/>
                    <a:pt x="103255" y="0"/>
                  </a:cubicBezTo>
                  <a:cubicBezTo>
                    <a:pt x="103255" y="2130603"/>
                    <a:pt x="103255" y="4260436"/>
                    <a:pt x="103255" y="639181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6" name="Freeform: Shape 70">
              <a:extLst>
                <a:ext uri="{FF2B5EF4-FFF2-40B4-BE49-F238E27FC236}">
                  <a16:creationId xmlns:a16="http://schemas.microsoft.com/office/drawing/2014/main" id="{BF1C3D87-38EE-6459-86C5-C4AB2FC7E59A}"/>
                </a:ext>
              </a:extLst>
            </p:cNvPr>
            <p:cNvSpPr/>
            <p:nvPr/>
          </p:nvSpPr>
          <p:spPr>
            <a:xfrm>
              <a:off x="6399205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4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7" name="Freeform: Shape 71">
              <a:extLst>
                <a:ext uri="{FF2B5EF4-FFF2-40B4-BE49-F238E27FC236}">
                  <a16:creationId xmlns:a16="http://schemas.microsoft.com/office/drawing/2014/main" id="{6356388D-6D9A-02EB-C0BE-534A98C29DCF}"/>
                </a:ext>
              </a:extLst>
            </p:cNvPr>
            <p:cNvSpPr/>
            <p:nvPr/>
          </p:nvSpPr>
          <p:spPr>
            <a:xfrm>
              <a:off x="5237391" y="2926127"/>
              <a:ext cx="144425" cy="2394576"/>
            </a:xfrm>
            <a:custGeom>
              <a:avLst/>
              <a:gdLst>
                <a:gd name="connsiteX0" fmla="*/ 0 w 385280"/>
                <a:gd name="connsiteY0" fmla="*/ 6393351 h 6387957"/>
                <a:gd name="connsiteX1" fmla="*/ 0 w 385280"/>
                <a:gd name="connsiteY1" fmla="*/ 0 h 6387957"/>
                <a:gd name="connsiteX2" fmla="*/ 387593 w 385280"/>
                <a:gd name="connsiteY2" fmla="*/ 0 h 6387957"/>
                <a:gd name="connsiteX3" fmla="*/ 387593 w 385280"/>
                <a:gd name="connsiteY3" fmla="*/ 639335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5280" h="6387957">
                  <a:moveTo>
                    <a:pt x="0" y="6393351"/>
                  </a:moveTo>
                  <a:cubicBezTo>
                    <a:pt x="0" y="4262748"/>
                    <a:pt x="0" y="2132145"/>
                    <a:pt x="0" y="0"/>
                  </a:cubicBezTo>
                  <a:cubicBezTo>
                    <a:pt x="128684" y="0"/>
                    <a:pt x="256597" y="0"/>
                    <a:pt x="387593" y="0"/>
                  </a:cubicBezTo>
                  <a:cubicBezTo>
                    <a:pt x="387593" y="2130603"/>
                    <a:pt x="387593" y="4261207"/>
                    <a:pt x="387593" y="639335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Freeform: Shape 72">
              <a:extLst>
                <a:ext uri="{FF2B5EF4-FFF2-40B4-BE49-F238E27FC236}">
                  <a16:creationId xmlns:a16="http://schemas.microsoft.com/office/drawing/2014/main" id="{9A5ED3FB-EFD2-FCA7-A645-9416B03BC82C}"/>
                </a:ext>
              </a:extLst>
            </p:cNvPr>
            <p:cNvSpPr/>
            <p:nvPr/>
          </p:nvSpPr>
          <p:spPr>
            <a:xfrm>
              <a:off x="5123269" y="2926994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7039" y="0"/>
                    <a:pt x="131766" y="0"/>
                    <a:pt x="198805" y="0"/>
                  </a:cubicBezTo>
                  <a:cubicBezTo>
                    <a:pt x="198805" y="2130603"/>
                    <a:pt x="198805" y="4259666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9" name="Freeform: Shape 73">
              <a:extLst>
                <a:ext uri="{FF2B5EF4-FFF2-40B4-BE49-F238E27FC236}">
                  <a16:creationId xmlns:a16="http://schemas.microsoft.com/office/drawing/2014/main" id="{DA272CBB-C3B9-18DA-7EF5-CD0EA6747686}"/>
                </a:ext>
              </a:extLst>
            </p:cNvPr>
            <p:cNvSpPr/>
            <p:nvPr/>
          </p:nvSpPr>
          <p:spPr>
            <a:xfrm>
              <a:off x="5611343" y="2927282"/>
              <a:ext cx="72212" cy="2394576"/>
            </a:xfrm>
            <a:custGeom>
              <a:avLst/>
              <a:gdLst>
                <a:gd name="connsiteX0" fmla="*/ 0 w 192640"/>
                <a:gd name="connsiteY0" fmla="*/ 6392581 h 6387957"/>
                <a:gd name="connsiteX1" fmla="*/ 0 w 192640"/>
                <a:gd name="connsiteY1" fmla="*/ 0 h 6387957"/>
                <a:gd name="connsiteX2" fmla="*/ 198805 w 192640"/>
                <a:gd name="connsiteY2" fmla="*/ 0 h 6387957"/>
                <a:gd name="connsiteX3" fmla="*/ 198805 w 192640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2640" h="6387957">
                  <a:moveTo>
                    <a:pt x="0" y="6392581"/>
                  </a:moveTo>
                  <a:cubicBezTo>
                    <a:pt x="0" y="4261207"/>
                    <a:pt x="0" y="2132145"/>
                    <a:pt x="0" y="0"/>
                  </a:cubicBezTo>
                  <a:cubicBezTo>
                    <a:pt x="66268" y="0"/>
                    <a:pt x="131766" y="0"/>
                    <a:pt x="198805" y="0"/>
                  </a:cubicBezTo>
                  <a:cubicBezTo>
                    <a:pt x="198805" y="2131374"/>
                    <a:pt x="198805" y="4261207"/>
                    <a:pt x="19880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0" name="Freeform: Shape 74">
              <a:extLst>
                <a:ext uri="{FF2B5EF4-FFF2-40B4-BE49-F238E27FC236}">
                  <a16:creationId xmlns:a16="http://schemas.microsoft.com/office/drawing/2014/main" id="{B390AA16-79A1-AC2D-8515-8EF255E2074E}"/>
                </a:ext>
              </a:extLst>
            </p:cNvPr>
            <p:cNvSpPr/>
            <p:nvPr/>
          </p:nvSpPr>
          <p:spPr>
            <a:xfrm>
              <a:off x="5407259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10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1" name="Freeform: Shape 75">
              <a:extLst>
                <a:ext uri="{FF2B5EF4-FFF2-40B4-BE49-F238E27FC236}">
                  <a16:creationId xmlns:a16="http://schemas.microsoft.com/office/drawing/2014/main" id="{CEE87024-D9DF-47F3-EDF7-6AEA39EE300B}"/>
                </a:ext>
              </a:extLst>
            </p:cNvPr>
            <p:cNvSpPr/>
            <p:nvPr/>
          </p:nvSpPr>
          <p:spPr>
            <a:xfrm>
              <a:off x="5470252" y="2926994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2" name="Freeform: Shape 76">
              <a:extLst>
                <a:ext uri="{FF2B5EF4-FFF2-40B4-BE49-F238E27FC236}">
                  <a16:creationId xmlns:a16="http://schemas.microsoft.com/office/drawing/2014/main" id="{D10AAC56-B300-294B-E362-6769DFFC7AF0}"/>
                </a:ext>
              </a:extLst>
            </p:cNvPr>
            <p:cNvSpPr/>
            <p:nvPr/>
          </p:nvSpPr>
          <p:spPr>
            <a:xfrm>
              <a:off x="5533244" y="2926127"/>
              <a:ext cx="37550" cy="2394576"/>
            </a:xfrm>
            <a:custGeom>
              <a:avLst/>
              <a:gdLst>
                <a:gd name="connsiteX0" fmla="*/ 0 w 100173"/>
                <a:gd name="connsiteY0" fmla="*/ 6392581 h 6387957"/>
                <a:gd name="connsiteX1" fmla="*/ 0 w 100173"/>
                <a:gd name="connsiteY1" fmla="*/ 0 h 6387957"/>
                <a:gd name="connsiteX2" fmla="*/ 103255 w 100173"/>
                <a:gd name="connsiteY2" fmla="*/ 0 h 6387957"/>
                <a:gd name="connsiteX3" fmla="*/ 103255 w 100173"/>
                <a:gd name="connsiteY3" fmla="*/ 6392581 h 6387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173" h="6387957">
                  <a:moveTo>
                    <a:pt x="0" y="6392581"/>
                  </a:moveTo>
                  <a:cubicBezTo>
                    <a:pt x="0" y="4261978"/>
                    <a:pt x="0" y="2132145"/>
                    <a:pt x="0" y="0"/>
                  </a:cubicBezTo>
                  <a:cubicBezTo>
                    <a:pt x="34675" y="0"/>
                    <a:pt x="67809" y="0"/>
                    <a:pt x="103255" y="0"/>
                  </a:cubicBezTo>
                  <a:cubicBezTo>
                    <a:pt x="103255" y="2130603"/>
                    <a:pt x="103255" y="4259666"/>
                    <a:pt x="103255" y="6392581"/>
                  </a:cubicBezTo>
                </a:path>
              </a:pathLst>
            </a:custGeom>
            <a:solidFill>
              <a:schemeClr val="accent3"/>
            </a:solidFill>
            <a:ln w="7704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13" name="Title 1">
            <a:extLst>
              <a:ext uri="{FF2B5EF4-FFF2-40B4-BE49-F238E27FC236}">
                <a16:creationId xmlns:a16="http://schemas.microsoft.com/office/drawing/2014/main" id="{300749CF-4180-605D-A6D7-E0BF874D87E9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Element with Clock</a:t>
            </a:r>
          </a:p>
        </p:txBody>
      </p:sp>
      <p:pic>
        <p:nvPicPr>
          <p:cNvPr id="114" name="Picture 113">
            <a:extLst>
              <a:ext uri="{FF2B5EF4-FFF2-40B4-BE49-F238E27FC236}">
                <a16:creationId xmlns:a16="http://schemas.microsoft.com/office/drawing/2014/main" id="{8A63855A-2104-F3AA-9EB6-FA18811124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574FF90-C832-54CA-CEEC-3965F7D96E8A}"/>
              </a:ext>
            </a:extLst>
          </p:cNvPr>
          <p:cNvGrpSpPr/>
          <p:nvPr/>
        </p:nvGrpSpPr>
        <p:grpSpPr>
          <a:xfrm>
            <a:off x="2099912" y="2124691"/>
            <a:ext cx="5024501" cy="1478736"/>
            <a:chOff x="2518465" y="2302636"/>
            <a:chExt cx="5024501" cy="1478736"/>
          </a:xfrm>
        </p:grpSpPr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62F1810D-651C-2BB9-9B1E-85DACF4A5D8A}"/>
                </a:ext>
              </a:extLst>
            </p:cNvPr>
            <p:cNvGrpSpPr/>
            <p:nvPr/>
          </p:nvGrpSpPr>
          <p:grpSpPr>
            <a:xfrm>
              <a:off x="2518465" y="2302636"/>
              <a:ext cx="5024501" cy="1143000"/>
              <a:chOff x="2475357" y="2286000"/>
              <a:chExt cx="5024501" cy="1143000"/>
            </a:xfrm>
          </p:grpSpPr>
          <p:sp>
            <p:nvSpPr>
              <p:cNvPr id="4" name="object 4"/>
              <p:cNvSpPr txBox="1"/>
              <p:nvPr/>
            </p:nvSpPr>
            <p:spPr>
              <a:xfrm>
                <a:off x="2475357" y="2614041"/>
                <a:ext cx="916940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spc="-10" dirty="0">
                    <a:solidFill>
                      <a:srgbClr val="292934"/>
                    </a:solidFill>
                    <a:latin typeface="Arial MT"/>
                    <a:cs typeface="Arial MT"/>
                  </a:rPr>
                  <a:t>command</a:t>
                </a:r>
                <a:endParaRPr sz="1600">
                  <a:latin typeface="Arial MT"/>
                  <a:cs typeface="Arial MT"/>
                </a:endParaRPr>
              </a:p>
            </p:txBody>
          </p:sp>
          <p:sp>
            <p:nvSpPr>
              <p:cNvPr id="5" name="object 5"/>
              <p:cNvSpPr txBox="1"/>
              <p:nvPr/>
            </p:nvSpPr>
            <p:spPr>
              <a:xfrm>
                <a:off x="4197350" y="2286000"/>
                <a:ext cx="1365250" cy="838200"/>
              </a:xfrm>
              <a:prstGeom prst="rect">
                <a:avLst/>
              </a:prstGeom>
              <a:ln w="25400">
                <a:solidFill>
                  <a:srgbClr val="292934"/>
                </a:solidFill>
              </a:ln>
            </p:spPr>
            <p:txBody>
              <a:bodyPr vert="horz" wrap="square" lIns="0" tIns="121285" rIns="0" bIns="0" rtlCol="0">
                <a:spAutoFit/>
              </a:bodyPr>
              <a:lstStyle/>
              <a:p>
                <a:pPr marL="317500" marR="309880" indent="-3175">
                  <a:lnSpc>
                    <a:spcPct val="110100"/>
                  </a:lnSpc>
                  <a:spcBef>
                    <a:spcPts val="955"/>
                  </a:spcBef>
                </a:pPr>
                <a:r>
                  <a:rPr sz="1600" spc="-10" dirty="0">
                    <a:solidFill>
                      <a:srgbClr val="292934"/>
                    </a:solidFill>
                    <a:latin typeface="Arial MT"/>
                    <a:cs typeface="Arial MT"/>
                  </a:rPr>
                  <a:t>Memory element</a:t>
                </a:r>
                <a:endParaRPr sz="1600">
                  <a:latin typeface="Arial MT"/>
                  <a:cs typeface="Arial MT"/>
                </a:endParaRPr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3505200" y="2674873"/>
                <a:ext cx="685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76200">
                    <a:moveTo>
                      <a:pt x="635000" y="38100"/>
                    </a:moveTo>
                    <a:lnTo>
                      <a:pt x="609600" y="76200"/>
                    </a:lnTo>
                    <a:lnTo>
                      <a:pt x="666750" y="47625"/>
                    </a:lnTo>
                    <a:lnTo>
                      <a:pt x="635000" y="47625"/>
                    </a:lnTo>
                    <a:lnTo>
                      <a:pt x="635000" y="38100"/>
                    </a:lnTo>
                    <a:close/>
                  </a:path>
                  <a:path w="685800" h="76200">
                    <a:moveTo>
                      <a:pt x="628650" y="28575"/>
                    </a:moveTo>
                    <a:lnTo>
                      <a:pt x="0" y="28575"/>
                    </a:lnTo>
                    <a:lnTo>
                      <a:pt x="0" y="47625"/>
                    </a:lnTo>
                    <a:lnTo>
                      <a:pt x="628650" y="47625"/>
                    </a:lnTo>
                    <a:lnTo>
                      <a:pt x="635000" y="38100"/>
                    </a:lnTo>
                    <a:lnTo>
                      <a:pt x="628650" y="28575"/>
                    </a:lnTo>
                    <a:close/>
                  </a:path>
                  <a:path w="685800" h="76200">
                    <a:moveTo>
                      <a:pt x="666750" y="28575"/>
                    </a:moveTo>
                    <a:lnTo>
                      <a:pt x="635000" y="28575"/>
                    </a:lnTo>
                    <a:lnTo>
                      <a:pt x="635000" y="47625"/>
                    </a:lnTo>
                    <a:lnTo>
                      <a:pt x="666750" y="47625"/>
                    </a:lnTo>
                    <a:lnTo>
                      <a:pt x="685800" y="38100"/>
                    </a:lnTo>
                    <a:lnTo>
                      <a:pt x="666750" y="28575"/>
                    </a:lnTo>
                    <a:close/>
                  </a:path>
                  <a:path w="685800" h="76200">
                    <a:moveTo>
                      <a:pt x="609600" y="0"/>
                    </a:moveTo>
                    <a:lnTo>
                      <a:pt x="635000" y="38100"/>
                    </a:lnTo>
                    <a:lnTo>
                      <a:pt x="635000" y="28575"/>
                    </a:lnTo>
                    <a:lnTo>
                      <a:pt x="666750" y="28575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29293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7"/>
              <p:cNvSpPr txBox="1"/>
              <p:nvPr/>
            </p:nvSpPr>
            <p:spPr>
              <a:xfrm>
                <a:off x="6368288" y="2614041"/>
                <a:ext cx="1131570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dirty="0">
                    <a:solidFill>
                      <a:srgbClr val="292934"/>
                    </a:solidFill>
                    <a:latin typeface="Arial MT"/>
                    <a:cs typeface="Arial MT"/>
                  </a:rPr>
                  <a:t>stored</a:t>
                </a:r>
                <a:r>
                  <a:rPr sz="1600" spc="-70" dirty="0">
                    <a:solidFill>
                      <a:srgbClr val="292934"/>
                    </a:solidFill>
                    <a:latin typeface="Arial MT"/>
                    <a:cs typeface="Arial MT"/>
                  </a:rPr>
                  <a:t> </a:t>
                </a:r>
                <a:r>
                  <a:rPr sz="1600" spc="-10" dirty="0">
                    <a:solidFill>
                      <a:srgbClr val="292934"/>
                    </a:solidFill>
                    <a:latin typeface="Arial MT"/>
                    <a:cs typeface="Arial MT"/>
                  </a:rPr>
                  <a:t>value</a:t>
                </a:r>
                <a:endParaRPr sz="1600">
                  <a:latin typeface="Arial MT"/>
                  <a:cs typeface="Arial MT"/>
                </a:endParaRPr>
              </a:p>
            </p:txBody>
          </p:sp>
          <p:sp>
            <p:nvSpPr>
              <p:cNvPr id="8" name="object 8"/>
              <p:cNvSpPr/>
              <p:nvPr/>
            </p:nvSpPr>
            <p:spPr>
              <a:xfrm>
                <a:off x="5562600" y="2674873"/>
                <a:ext cx="6858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76200">
                    <a:moveTo>
                      <a:pt x="635000" y="38100"/>
                    </a:moveTo>
                    <a:lnTo>
                      <a:pt x="609600" y="76200"/>
                    </a:lnTo>
                    <a:lnTo>
                      <a:pt x="666750" y="47625"/>
                    </a:lnTo>
                    <a:lnTo>
                      <a:pt x="635000" y="47625"/>
                    </a:lnTo>
                    <a:lnTo>
                      <a:pt x="635000" y="38100"/>
                    </a:lnTo>
                    <a:close/>
                  </a:path>
                  <a:path w="685800" h="76200">
                    <a:moveTo>
                      <a:pt x="628650" y="28575"/>
                    </a:moveTo>
                    <a:lnTo>
                      <a:pt x="0" y="28575"/>
                    </a:lnTo>
                    <a:lnTo>
                      <a:pt x="0" y="47625"/>
                    </a:lnTo>
                    <a:lnTo>
                      <a:pt x="628650" y="47625"/>
                    </a:lnTo>
                    <a:lnTo>
                      <a:pt x="635000" y="38100"/>
                    </a:lnTo>
                    <a:lnTo>
                      <a:pt x="628650" y="28575"/>
                    </a:lnTo>
                    <a:close/>
                  </a:path>
                  <a:path w="685800" h="76200">
                    <a:moveTo>
                      <a:pt x="666750" y="28575"/>
                    </a:moveTo>
                    <a:lnTo>
                      <a:pt x="635000" y="28575"/>
                    </a:lnTo>
                    <a:lnTo>
                      <a:pt x="635000" y="47625"/>
                    </a:lnTo>
                    <a:lnTo>
                      <a:pt x="666750" y="47625"/>
                    </a:lnTo>
                    <a:lnTo>
                      <a:pt x="685800" y="38100"/>
                    </a:lnTo>
                    <a:lnTo>
                      <a:pt x="666750" y="28575"/>
                    </a:lnTo>
                    <a:close/>
                  </a:path>
                  <a:path w="685800" h="76200">
                    <a:moveTo>
                      <a:pt x="609600" y="0"/>
                    </a:moveTo>
                    <a:lnTo>
                      <a:pt x="635000" y="38100"/>
                    </a:lnTo>
                    <a:lnTo>
                      <a:pt x="635000" y="28575"/>
                    </a:lnTo>
                    <a:lnTo>
                      <a:pt x="666750" y="28575"/>
                    </a:lnTo>
                    <a:lnTo>
                      <a:pt x="609600" y="0"/>
                    </a:lnTo>
                    <a:close/>
                  </a:path>
                </a:pathLst>
              </a:custGeom>
              <a:solidFill>
                <a:srgbClr val="29293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 txBox="1"/>
              <p:nvPr/>
            </p:nvSpPr>
            <p:spPr>
              <a:xfrm>
                <a:off x="5929376" y="2391282"/>
                <a:ext cx="183515" cy="26924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sz="1600" i="1" spc="-50" dirty="0">
                    <a:solidFill>
                      <a:srgbClr val="292934"/>
                    </a:solidFill>
                    <a:latin typeface="Arial"/>
                    <a:cs typeface="Arial"/>
                  </a:rPr>
                  <a:t>Q</a:t>
                </a:r>
                <a:endParaRPr sz="1600">
                  <a:latin typeface="Arial"/>
                  <a:cs typeface="Arial"/>
                </a:endParaRPr>
              </a:p>
            </p:txBody>
          </p:sp>
          <p:sp>
            <p:nvSpPr>
              <p:cNvPr id="10" name="object 10"/>
              <p:cNvSpPr/>
              <p:nvPr/>
            </p:nvSpPr>
            <p:spPr>
              <a:xfrm>
                <a:off x="4838700" y="3124200"/>
                <a:ext cx="762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04800">
                    <a:moveTo>
                      <a:pt x="38100" y="50800"/>
                    </a:moveTo>
                    <a:lnTo>
                      <a:pt x="28575" y="57150"/>
                    </a:lnTo>
                    <a:lnTo>
                      <a:pt x="28575" y="304800"/>
                    </a:lnTo>
                    <a:lnTo>
                      <a:pt x="47625" y="304800"/>
                    </a:lnTo>
                    <a:lnTo>
                      <a:pt x="47625" y="57150"/>
                    </a:lnTo>
                    <a:lnTo>
                      <a:pt x="38100" y="50800"/>
                    </a:lnTo>
                    <a:close/>
                  </a:path>
                  <a:path w="76200" h="304800">
                    <a:moveTo>
                      <a:pt x="38100" y="0"/>
                    </a:moveTo>
                    <a:lnTo>
                      <a:pt x="0" y="76200"/>
                    </a:lnTo>
                    <a:lnTo>
                      <a:pt x="28575" y="57150"/>
                    </a:lnTo>
                    <a:lnTo>
                      <a:pt x="28575" y="50800"/>
                    </a:lnTo>
                    <a:lnTo>
                      <a:pt x="63500" y="50800"/>
                    </a:lnTo>
                    <a:lnTo>
                      <a:pt x="38100" y="0"/>
                    </a:lnTo>
                    <a:close/>
                  </a:path>
                  <a:path w="76200" h="304800">
                    <a:moveTo>
                      <a:pt x="63500" y="50800"/>
                    </a:moveTo>
                    <a:lnTo>
                      <a:pt x="47625" y="50800"/>
                    </a:lnTo>
                    <a:lnTo>
                      <a:pt x="47625" y="57150"/>
                    </a:lnTo>
                    <a:lnTo>
                      <a:pt x="76200" y="76200"/>
                    </a:lnTo>
                    <a:lnTo>
                      <a:pt x="63500" y="50800"/>
                    </a:lnTo>
                    <a:close/>
                  </a:path>
                  <a:path w="76200" h="304800">
                    <a:moveTo>
                      <a:pt x="38100" y="50800"/>
                    </a:moveTo>
                    <a:lnTo>
                      <a:pt x="28575" y="50800"/>
                    </a:lnTo>
                    <a:lnTo>
                      <a:pt x="28575" y="57150"/>
                    </a:lnTo>
                    <a:lnTo>
                      <a:pt x="38100" y="50800"/>
                    </a:lnTo>
                    <a:close/>
                  </a:path>
                  <a:path w="76200" h="304800">
                    <a:moveTo>
                      <a:pt x="47625" y="50800"/>
                    </a:moveTo>
                    <a:lnTo>
                      <a:pt x="38100" y="50800"/>
                    </a:lnTo>
                    <a:lnTo>
                      <a:pt x="47625" y="57150"/>
                    </a:lnTo>
                    <a:lnTo>
                      <a:pt x="47625" y="50800"/>
                    </a:lnTo>
                    <a:close/>
                  </a:path>
                </a:pathLst>
              </a:custGeom>
              <a:solidFill>
                <a:srgbClr val="29293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7AD5B10-FF05-E606-C88E-0772474E056E}"/>
                </a:ext>
              </a:extLst>
            </p:cNvPr>
            <p:cNvSpPr txBox="1"/>
            <p:nvPr/>
          </p:nvSpPr>
          <p:spPr>
            <a:xfrm>
              <a:off x="4408910" y="3412040"/>
              <a:ext cx="140048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528955" algn="r">
                <a:lnSpc>
                  <a:spcPct val="100000"/>
                </a:lnSpc>
                <a:spcBef>
                  <a:spcPts val="615"/>
                </a:spcBef>
              </a:pPr>
              <a:r>
                <a:rPr lang="en-IN" sz="1800" spc="-10" dirty="0">
                  <a:solidFill>
                    <a:srgbClr val="292934"/>
                  </a:solidFill>
                  <a:latin typeface="Arial MT"/>
                  <a:cs typeface="Arial MT"/>
                </a:rPr>
                <a:t>clock</a:t>
              </a:r>
              <a:endParaRPr lang="en-IN" sz="1800" dirty="0">
                <a:latin typeface="Arial MT"/>
                <a:cs typeface="Arial MT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F3A7EDD7-AA2E-A545-C800-DCBE13B7D60E}"/>
              </a:ext>
            </a:extLst>
          </p:cNvPr>
          <p:cNvSpPr txBox="1"/>
          <p:nvPr/>
        </p:nvSpPr>
        <p:spPr>
          <a:xfrm>
            <a:off x="391580" y="3683409"/>
            <a:ext cx="8447620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  <a:buClr>
                <a:srgbClr val="92A199"/>
              </a:buClr>
              <a:buSzPct val="118750"/>
              <a:tabLst>
                <a:tab pos="194945" algn="l"/>
              </a:tabLst>
            </a:pPr>
            <a:r>
              <a:rPr lang="en-US"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lang="en-US"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lang="en-US" sz="2400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square</a:t>
            </a:r>
            <a:r>
              <a:rPr lang="en-US"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wave.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301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3083367D-442E-10A1-FAA2-37E5C5C8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6155F9-3FC1-36BD-F78C-44395DEEA969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DAFFE-41E8-4430-9896-EC227B8526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9DB3EB-948E-ED54-1429-FBC62A1E98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7854"/>
            <a:ext cx="9144000" cy="483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3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3083367D-442E-10A1-FAA2-37E5C5C8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6155F9-3FC1-36BD-F78C-44395DEEA969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DAFFE-41E8-4430-9896-EC227B8526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0BF722-392F-294A-20C8-0DC794A5E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47800"/>
            <a:ext cx="3820058" cy="5068007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4D3E3D-2638-181B-BA1E-3D8C462230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310" y="1459793"/>
            <a:ext cx="4048690" cy="5093407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63914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3083367D-442E-10A1-FAA2-37E5C5C8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6155F9-3FC1-36BD-F78C-44395DEEA969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 Using NOT Gate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DAFFE-41E8-4430-9896-EC227B8526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53C6129A-F025-F59C-E097-DD3512E97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3581400"/>
            <a:ext cx="3654778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93C7D5-FD28-2E3C-0CEF-510C6E6C3250}"/>
              </a:ext>
            </a:extLst>
          </p:cNvPr>
          <p:cNvSpPr txBox="1"/>
          <p:nvPr/>
        </p:nvSpPr>
        <p:spPr>
          <a:xfrm>
            <a:off x="342900" y="1267361"/>
            <a:ext cx="84582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Cross-coupling two NOT circuits N1 and N2.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each gate’s output to the other gate’s input, we get a feedback combination commonly referred to as a latch.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latch is a memory element characterized by having only two stable logical states at its output .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latch is a bistable circuit with two complementary outputs.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F11A0-3C91-F16C-71AC-11440ACB1298}"/>
              </a:ext>
            </a:extLst>
          </p:cNvPr>
          <p:cNvSpPr txBox="1"/>
          <p:nvPr/>
        </p:nvSpPr>
        <p:spPr>
          <a:xfrm>
            <a:off x="2362200" y="6172200"/>
            <a:ext cx="45720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can not change the state.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967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3083367D-442E-10A1-FAA2-37E5C5C8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6155F9-3FC1-36BD-F78C-44395DEEA969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 Using NAND Gate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DAFFE-41E8-4430-9896-EC227B8526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D1C880-7C09-CCC8-33D5-D1869C3E4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057400"/>
            <a:ext cx="8381223" cy="36823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F61478-27F1-31A6-89B5-117BCA5EF0AF}"/>
              </a:ext>
            </a:extLst>
          </p:cNvPr>
          <p:cNvSpPr txBox="1"/>
          <p:nvPr/>
        </p:nvSpPr>
        <p:spPr>
          <a:xfrm>
            <a:off x="254000" y="1438649"/>
            <a:ext cx="8355823" cy="400110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000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active-</a:t>
            </a:r>
            <a:r>
              <a:rPr lang="en-US" sz="20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sz="2000" i="1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</a:t>
            </a:r>
            <a:r>
              <a:rPr lang="en-US" sz="2000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S'-</a:t>
            </a:r>
            <a:r>
              <a:rPr 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R'</a:t>
            </a:r>
            <a:r>
              <a:rPr lang="en-US" sz="20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</a:t>
            </a:r>
            <a:r>
              <a:rPr lang="en-US" sz="2000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(also</a:t>
            </a:r>
            <a:r>
              <a:rPr lang="en-US" sz="2000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en-US" sz="20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z="20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 </a:t>
            </a:r>
            <a:r>
              <a:rPr lang="en-US" sz="20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z="20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667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3083367D-442E-10A1-FAA2-37E5C5C83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6155F9-3FC1-36BD-F78C-44395DEEA969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 Using NOR Gate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DAFFE-41E8-4430-9896-EC227B8526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FFFD74-1495-D6E3-FCC9-A59772D75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124200"/>
            <a:ext cx="4953000" cy="3331535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7A92653-5F5E-1CBD-EF8B-A80BCA2941BF}"/>
              </a:ext>
            </a:extLst>
          </p:cNvPr>
          <p:cNvGrpSpPr/>
          <p:nvPr/>
        </p:nvGrpSpPr>
        <p:grpSpPr>
          <a:xfrm>
            <a:off x="6096000" y="3276600"/>
            <a:ext cx="2267266" cy="2803308"/>
            <a:chOff x="6019800" y="1664232"/>
            <a:chExt cx="2267266" cy="280330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7B7A081-302D-955B-E099-33580EC0B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19800" y="2209800"/>
              <a:ext cx="2267266" cy="225774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1DF676-D6DC-AF48-B564-6A278FACF631}"/>
                </a:ext>
              </a:extLst>
            </p:cNvPr>
            <p:cNvSpPr txBox="1"/>
            <p:nvPr/>
          </p:nvSpPr>
          <p:spPr>
            <a:xfrm>
              <a:off x="6019800" y="1664232"/>
              <a:ext cx="2267266" cy="36933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Truth Table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F89CA0F-06A5-DDBA-B7AC-7B8DD54FBC46}"/>
              </a:ext>
            </a:extLst>
          </p:cNvPr>
          <p:cNvSpPr txBox="1"/>
          <p:nvPr/>
        </p:nvSpPr>
        <p:spPr>
          <a:xfrm>
            <a:off x="228600" y="1295400"/>
            <a:ext cx="8686800" cy="16619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98450" indent="-28575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lang="en-US" i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r>
              <a:rPr lang="en-US" i="1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  <a:r>
              <a:rPr lang="en-US" spc="-8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="1" i="1" spc="-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b="1" spc="-6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Q'</a:t>
            </a:r>
            <a:r>
              <a:rPr lang="en-US" b="1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="1" i="1" spc="-3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</a:t>
            </a:r>
            <a:r>
              <a:rPr lang="en-US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n-US" i="1" spc="-2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indent="-28575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b="1" i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b="1" spc="-3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</a:t>
            </a:r>
            <a:r>
              <a:rPr lang="en-US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n-US" i="1" spc="-3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 marR="5080" indent="-28575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Ø"/>
              <a:tabLst>
                <a:tab pos="194945" algn="l"/>
              </a:tabLst>
            </a:pP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active-</a:t>
            </a:r>
            <a:r>
              <a:rPr lang="en-US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i="1" spc="-1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i="1" spc="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pc="-20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</a:t>
            </a:r>
            <a:r>
              <a:rPr lang="en-US" spc="-5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(also</a:t>
            </a:r>
            <a:r>
              <a:rPr lang="en-US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en-US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US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 </a:t>
            </a:r>
            <a:r>
              <a:rPr lang="en-US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lang="en-US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1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9DA5699-1227-A547-99DF-F35B16698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F5F907-8465-6997-6EF0-5CBC859C1687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FB5997-48E3-EC9D-A76A-DA7E781789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D0087FFB-ED92-5D3F-F545-358BB6828AD4}"/>
              </a:ext>
            </a:extLst>
          </p:cNvPr>
          <p:cNvSpPr txBox="1"/>
          <p:nvPr/>
        </p:nvSpPr>
        <p:spPr>
          <a:xfrm>
            <a:off x="381000" y="1371600"/>
            <a:ext cx="8458200" cy="379655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4965" marR="497840" indent="-342900" algn="just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</a:t>
            </a:r>
            <a:r>
              <a:rPr sz="2400" spc="-8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circuits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400" b="1" spc="-7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suitable</a:t>
            </a:r>
            <a:r>
              <a:rPr sz="2400" b="1" spc="-6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b="1" spc="-8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</a:t>
            </a:r>
            <a:r>
              <a:rPr sz="2400" b="1" spc="-6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 circuits</a:t>
            </a:r>
            <a:r>
              <a:rPr sz="2400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94945" algn="l"/>
                <a:tab pos="4879975" algn="l"/>
              </a:tabLst>
            </a:pP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</a:t>
            </a:r>
            <a:r>
              <a:rPr sz="2400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sz="2400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active,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r>
              <a:rPr sz="2400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gated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directly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</a:t>
            </a:r>
            <a:r>
              <a:rPr lang="en-IN" sz="24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Thus,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9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9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spc="-8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immediately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latch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82295" indent="-342900" algn="just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6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solved</a:t>
            </a:r>
            <a:r>
              <a:rPr sz="2400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400" spc="-7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7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sz="24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400" b="1" spc="-1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b="1" spc="-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sz="2400" i="1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restrict</a:t>
            </a:r>
            <a:r>
              <a:rPr sz="2400" spc="-7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states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7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sz="2400" spc="-4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</a:t>
            </a:r>
            <a:r>
              <a:rPr sz="2400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75565" indent="-342900" algn="just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194945" algn="l"/>
              </a:tabLst>
            </a:pP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leads</a:t>
            </a:r>
            <a:r>
              <a:rPr sz="2400" spc="-3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z="2400" spc="-6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edge-</a:t>
            </a:r>
            <a:r>
              <a:rPr sz="2400" b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triggered</a:t>
            </a:r>
            <a:r>
              <a:rPr sz="2400" b="1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sz="2400" b="1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 </a:t>
            </a:r>
            <a:r>
              <a:rPr sz="2400" b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sz="2400" b="1" spc="-9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i="1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r>
              <a:rPr sz="2400" b="1" spc="-1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C4A0964-3BAF-F57C-C9D5-0B4D41750784}"/>
              </a:ext>
            </a:extLst>
          </p:cNvPr>
          <p:cNvGrpSpPr/>
          <p:nvPr/>
        </p:nvGrpSpPr>
        <p:grpSpPr>
          <a:xfrm>
            <a:off x="0" y="6248400"/>
            <a:ext cx="9144000" cy="609600"/>
            <a:chOff x="0" y="6248400"/>
            <a:chExt cx="9144000" cy="6096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5B6D015-15F5-F5A7-A568-2651847660DC}"/>
                </a:ext>
              </a:extLst>
            </p:cNvPr>
            <p:cNvGrpSpPr/>
            <p:nvPr/>
          </p:nvGrpSpPr>
          <p:grpSpPr>
            <a:xfrm>
              <a:off x="0" y="6248400"/>
              <a:ext cx="9144000" cy="609600"/>
              <a:chOff x="0" y="6381750"/>
              <a:chExt cx="12192000" cy="476250"/>
            </a:xfrm>
            <a:solidFill>
              <a:srgbClr val="C00000"/>
            </a:solidFill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5EC198D-23A4-8E67-35D3-8135A5C32A50}"/>
                  </a:ext>
                </a:extLst>
              </p:cNvPr>
              <p:cNvSpPr/>
              <p:nvPr/>
            </p:nvSpPr>
            <p:spPr>
              <a:xfrm>
                <a:off x="0" y="6381750"/>
                <a:ext cx="12192000" cy="47625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dirty="0">
                  <a:solidFill>
                    <a:srgbClr val="C0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04B5D97-46DC-A8EE-89F4-A7A2DF8DA580}"/>
                  </a:ext>
                </a:extLst>
              </p:cNvPr>
              <p:cNvGrpSpPr/>
              <p:nvPr/>
            </p:nvGrpSpPr>
            <p:grpSpPr>
              <a:xfrm>
                <a:off x="160078" y="6467142"/>
                <a:ext cx="4087740" cy="273465"/>
                <a:chOff x="4366684" y="2926127"/>
                <a:chExt cx="3278335" cy="2571063"/>
              </a:xfrm>
              <a:grpFill/>
            </p:grpSpPr>
            <p:sp>
              <p:nvSpPr>
                <p:cNvPr id="11" name="Freeform: Shape 6">
                  <a:extLst>
                    <a:ext uri="{FF2B5EF4-FFF2-40B4-BE49-F238E27FC236}">
                      <a16:creationId xmlns:a16="http://schemas.microsoft.com/office/drawing/2014/main" id="{FAC2ABAB-03BE-45F2-EEB9-3F1F7328C979}"/>
                    </a:ext>
                  </a:extLst>
                </p:cNvPr>
                <p:cNvSpPr/>
                <p:nvPr/>
              </p:nvSpPr>
              <p:spPr>
                <a:xfrm>
                  <a:off x="4744501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2" name="Freeform: Shape 7">
                  <a:extLst>
                    <a:ext uri="{FF2B5EF4-FFF2-40B4-BE49-F238E27FC236}">
                      <a16:creationId xmlns:a16="http://schemas.microsoft.com/office/drawing/2014/main" id="{97034EE7-FD20-921A-113D-3E3C89E5B7DF}"/>
                    </a:ext>
                  </a:extLst>
                </p:cNvPr>
                <p:cNvSpPr/>
                <p:nvPr/>
              </p:nvSpPr>
              <p:spPr>
                <a:xfrm>
                  <a:off x="467662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3" name="Freeform: Shape 8">
                  <a:extLst>
                    <a:ext uri="{FF2B5EF4-FFF2-40B4-BE49-F238E27FC236}">
                      <a16:creationId xmlns:a16="http://schemas.microsoft.com/office/drawing/2014/main" id="{3B644AF5-2309-0FF1-F984-38A79516C1CA}"/>
                    </a:ext>
                  </a:extLst>
                </p:cNvPr>
                <p:cNvSpPr/>
                <p:nvPr/>
              </p:nvSpPr>
              <p:spPr>
                <a:xfrm>
                  <a:off x="5706626" y="2927282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258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97091" y="0"/>
                        <a:pt x="194952" y="0"/>
                        <a:pt x="295125" y="0"/>
                      </a:cubicBezTo>
                      <a:cubicBezTo>
                        <a:pt x="295125" y="2130603"/>
                        <a:pt x="295125" y="4259666"/>
                        <a:pt x="29512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4" name="Freeform: Shape 9">
                  <a:extLst>
                    <a:ext uri="{FF2B5EF4-FFF2-40B4-BE49-F238E27FC236}">
                      <a16:creationId xmlns:a16="http://schemas.microsoft.com/office/drawing/2014/main" id="{FD2DD45E-1058-3999-B9DE-5D65697454A0}"/>
                    </a:ext>
                  </a:extLst>
                </p:cNvPr>
                <p:cNvSpPr/>
                <p:nvPr/>
              </p:nvSpPr>
              <p:spPr>
                <a:xfrm>
                  <a:off x="5022376" y="2926994"/>
                  <a:ext cx="75101" cy="2394576"/>
                </a:xfrm>
                <a:custGeom>
                  <a:avLst/>
                  <a:gdLst>
                    <a:gd name="connsiteX0" fmla="*/ 0 w 200346"/>
                    <a:gd name="connsiteY0" fmla="*/ 6392581 h 6387957"/>
                    <a:gd name="connsiteX1" fmla="*/ 0 w 200346"/>
                    <a:gd name="connsiteY1" fmla="*/ 0 h 6387957"/>
                    <a:gd name="connsiteX2" fmla="*/ 201117 w 200346"/>
                    <a:gd name="connsiteY2" fmla="*/ 0 h 6387957"/>
                    <a:gd name="connsiteX3" fmla="*/ 201117 w 200346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0346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3307" y="0"/>
                        <a:pt x="201117" y="0"/>
                      </a:cubicBezTo>
                      <a:cubicBezTo>
                        <a:pt x="201117" y="2131374"/>
                        <a:pt x="201117" y="4260437"/>
                        <a:pt x="201117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5" name="Freeform: Shape 10">
                  <a:extLst>
                    <a:ext uri="{FF2B5EF4-FFF2-40B4-BE49-F238E27FC236}">
                      <a16:creationId xmlns:a16="http://schemas.microsoft.com/office/drawing/2014/main" id="{E66B2442-A16F-DC8E-26CE-E0D126B2FD68}"/>
                    </a:ext>
                  </a:extLst>
                </p:cNvPr>
                <p:cNvSpPr/>
                <p:nvPr/>
              </p:nvSpPr>
              <p:spPr>
                <a:xfrm>
                  <a:off x="487782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6043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6" name="Freeform: Shape 11">
                  <a:extLst>
                    <a:ext uri="{FF2B5EF4-FFF2-40B4-BE49-F238E27FC236}">
                      <a16:creationId xmlns:a16="http://schemas.microsoft.com/office/drawing/2014/main" id="{3003E223-DEBB-8E30-57C0-B50E2D55603D}"/>
                    </a:ext>
                  </a:extLst>
                </p:cNvPr>
                <p:cNvSpPr/>
                <p:nvPr/>
              </p:nvSpPr>
              <p:spPr>
                <a:xfrm>
                  <a:off x="4559765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3351 h 6387957"/>
                    <a:gd name="connsiteX1" fmla="*/ 0 w 192640"/>
                    <a:gd name="connsiteY1" fmla="*/ 0 h 6387957"/>
                    <a:gd name="connsiteX2" fmla="*/ 198034 w 192640"/>
                    <a:gd name="connsiteY2" fmla="*/ 0 h 6387957"/>
                    <a:gd name="connsiteX3" fmla="*/ 198034 w 19264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034" y="0"/>
                      </a:cubicBezTo>
                      <a:cubicBezTo>
                        <a:pt x="198034" y="2132145"/>
                        <a:pt x="198034" y="4261207"/>
                        <a:pt x="198034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7" name="Freeform: Shape 12">
                  <a:extLst>
                    <a:ext uri="{FF2B5EF4-FFF2-40B4-BE49-F238E27FC236}">
                      <a16:creationId xmlns:a16="http://schemas.microsoft.com/office/drawing/2014/main" id="{54857B01-0407-A6AB-2D58-00351BC14A78}"/>
                    </a:ext>
                  </a:extLst>
                </p:cNvPr>
                <p:cNvSpPr/>
                <p:nvPr/>
              </p:nvSpPr>
              <p:spPr>
                <a:xfrm>
                  <a:off x="4433987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4716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8" name="Freeform: Shape 13">
                  <a:extLst>
                    <a:ext uri="{FF2B5EF4-FFF2-40B4-BE49-F238E27FC236}">
                      <a16:creationId xmlns:a16="http://schemas.microsoft.com/office/drawing/2014/main" id="{50086F49-4D59-9455-6C3E-AF82C6391483}"/>
                    </a:ext>
                  </a:extLst>
                </p:cNvPr>
                <p:cNvSpPr/>
                <p:nvPr/>
              </p:nvSpPr>
              <p:spPr>
                <a:xfrm>
                  <a:off x="4366684" y="2927282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14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148"/>
                      </a:moveTo>
                      <a:cubicBezTo>
                        <a:pt x="0" y="4569432"/>
                        <a:pt x="0" y="2286257"/>
                        <a:pt x="0" y="0"/>
                      </a:cubicBezTo>
                      <a:cubicBezTo>
                        <a:pt x="33905" y="0"/>
                        <a:pt x="67809" y="0"/>
                        <a:pt x="103255" y="0"/>
                      </a:cubicBezTo>
                      <a:cubicBezTo>
                        <a:pt x="103255" y="2285486"/>
                        <a:pt x="103255" y="456866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Freeform: Shape 14">
                  <a:extLst>
                    <a:ext uri="{FF2B5EF4-FFF2-40B4-BE49-F238E27FC236}">
                      <a16:creationId xmlns:a16="http://schemas.microsoft.com/office/drawing/2014/main" id="{168FAB83-559D-3C6F-F84F-76F8A6DEBEBB}"/>
                    </a:ext>
                  </a:extLst>
                </p:cNvPr>
                <p:cNvSpPr/>
                <p:nvPr/>
              </p:nvSpPr>
              <p:spPr>
                <a:xfrm>
                  <a:off x="5957386" y="2926705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4918 h 6850294"/>
                    <a:gd name="connsiteX1" fmla="*/ 0 w 100173"/>
                    <a:gd name="connsiteY1" fmla="*/ 0 h 6850294"/>
                    <a:gd name="connsiteX2" fmla="*/ 103255 w 100173"/>
                    <a:gd name="connsiteY2" fmla="*/ 0 h 6850294"/>
                    <a:gd name="connsiteX3" fmla="*/ 103255 w 100173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283945"/>
                        <a:pt x="103255" y="4567891"/>
                        <a:pt x="103255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0" name="Freeform: Shape 15">
                  <a:extLst>
                    <a:ext uri="{FF2B5EF4-FFF2-40B4-BE49-F238E27FC236}">
                      <a16:creationId xmlns:a16="http://schemas.microsoft.com/office/drawing/2014/main" id="{88C4D005-6D5B-8ADF-2B4B-87CB29CB2B58}"/>
                    </a:ext>
                  </a:extLst>
                </p:cNvPr>
                <p:cNvSpPr/>
                <p:nvPr/>
              </p:nvSpPr>
              <p:spPr>
                <a:xfrm>
                  <a:off x="6024689" y="2926127"/>
                  <a:ext cx="37550" cy="2567886"/>
                </a:xfrm>
                <a:custGeom>
                  <a:avLst/>
                  <a:gdLst>
                    <a:gd name="connsiteX0" fmla="*/ 0 w 100173"/>
                    <a:gd name="connsiteY0" fmla="*/ 6857230 h 6850294"/>
                    <a:gd name="connsiteX1" fmla="*/ 0 w 100173"/>
                    <a:gd name="connsiteY1" fmla="*/ 0 h 6850294"/>
                    <a:gd name="connsiteX2" fmla="*/ 52398 w 100173"/>
                    <a:gd name="connsiteY2" fmla="*/ 0 h 6850294"/>
                    <a:gd name="connsiteX3" fmla="*/ 103255 w 100173"/>
                    <a:gd name="connsiteY3" fmla="*/ 0 h 6850294"/>
                    <a:gd name="connsiteX4" fmla="*/ 103255 w 100173"/>
                    <a:gd name="connsiteY4" fmla="*/ 6857230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850294">
                      <a:moveTo>
                        <a:pt x="0" y="6857230"/>
                      </a:moveTo>
                      <a:cubicBezTo>
                        <a:pt x="0" y="4572514"/>
                        <a:pt x="0" y="2288569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287798"/>
                        <a:pt x="103255" y="4571743"/>
                        <a:pt x="103255" y="6857230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1" name="Freeform: Shape 16">
                  <a:extLst>
                    <a:ext uri="{FF2B5EF4-FFF2-40B4-BE49-F238E27FC236}">
                      <a16:creationId xmlns:a16="http://schemas.microsoft.com/office/drawing/2014/main" id="{D1151653-5C3B-FCC3-5921-D0569236FD87}"/>
                    </a:ext>
                  </a:extLst>
                </p:cNvPr>
                <p:cNvSpPr/>
                <p:nvPr/>
              </p:nvSpPr>
              <p:spPr>
                <a:xfrm>
                  <a:off x="5890084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1714 w 100173"/>
                    <a:gd name="connsiteY2" fmla="*/ 0 h 6387957"/>
                    <a:gd name="connsiteX3" fmla="*/ 101714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33904" y="0"/>
                        <a:pt x="67039" y="0"/>
                        <a:pt x="101714" y="0"/>
                      </a:cubicBezTo>
                      <a:cubicBezTo>
                        <a:pt x="101714" y="2130603"/>
                        <a:pt x="101714" y="4260437"/>
                        <a:pt x="101714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2" name="Freeform: Shape 17">
                  <a:extLst>
                    <a:ext uri="{FF2B5EF4-FFF2-40B4-BE49-F238E27FC236}">
                      <a16:creationId xmlns:a16="http://schemas.microsoft.com/office/drawing/2014/main" id="{D47E206B-F23E-F049-4909-5811960BD9A9}"/>
                    </a:ext>
                  </a:extLst>
                </p:cNvPr>
                <p:cNvSpPr/>
                <p:nvPr/>
              </p:nvSpPr>
              <p:spPr>
                <a:xfrm>
                  <a:off x="609199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1978"/>
                        <a:pt x="0" y="213291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1207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3" name="Freeform: Shape 18">
                  <a:extLst>
                    <a:ext uri="{FF2B5EF4-FFF2-40B4-BE49-F238E27FC236}">
                      <a16:creationId xmlns:a16="http://schemas.microsoft.com/office/drawing/2014/main" id="{2F506689-3F7D-67AF-A090-B6386AFDDC96}"/>
                    </a:ext>
                  </a:extLst>
                </p:cNvPr>
                <p:cNvSpPr/>
                <p:nvPr/>
              </p:nvSpPr>
              <p:spPr>
                <a:xfrm>
                  <a:off x="7139759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4" name="Freeform: Shape 19">
                  <a:extLst>
                    <a:ext uri="{FF2B5EF4-FFF2-40B4-BE49-F238E27FC236}">
                      <a16:creationId xmlns:a16="http://schemas.microsoft.com/office/drawing/2014/main" id="{2B322CB5-72BB-8765-B75B-B0D26D08D158}"/>
                    </a:ext>
                  </a:extLst>
                </p:cNvPr>
                <p:cNvSpPr/>
                <p:nvPr/>
              </p:nvSpPr>
              <p:spPr>
                <a:xfrm>
                  <a:off x="7280788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5" name="Freeform: Shape 20">
                  <a:extLst>
                    <a:ext uri="{FF2B5EF4-FFF2-40B4-BE49-F238E27FC236}">
                      <a16:creationId xmlns:a16="http://schemas.microsoft.com/office/drawing/2014/main" id="{3223813B-C6AA-6505-DD04-A4E98D8802CA}"/>
                    </a:ext>
                  </a:extLst>
                </p:cNvPr>
                <p:cNvSpPr/>
                <p:nvPr/>
              </p:nvSpPr>
              <p:spPr>
                <a:xfrm>
                  <a:off x="7349773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99402" y="0"/>
                        <a:pt x="195722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6" name="Freeform: Shape 21">
                  <a:extLst>
                    <a:ext uri="{FF2B5EF4-FFF2-40B4-BE49-F238E27FC236}">
                      <a16:creationId xmlns:a16="http://schemas.microsoft.com/office/drawing/2014/main" id="{C2ECF34A-DA8C-26E4-5CCF-8F4BC45B964A}"/>
                    </a:ext>
                  </a:extLst>
                </p:cNvPr>
                <p:cNvSpPr/>
                <p:nvPr/>
              </p:nvSpPr>
              <p:spPr>
                <a:xfrm>
                  <a:off x="7548511" y="2927282"/>
                  <a:ext cx="41911" cy="2569908"/>
                </a:xfrm>
                <a:custGeom>
                  <a:avLst/>
                  <a:gdLst>
                    <a:gd name="connsiteX0" fmla="*/ 0 w 115584"/>
                    <a:gd name="connsiteY0" fmla="*/ 6753975 h 6850294"/>
                    <a:gd name="connsiteX1" fmla="*/ 13099 w 115584"/>
                    <a:gd name="connsiteY1" fmla="*/ 0 h 6850294"/>
                    <a:gd name="connsiteX2" fmla="*/ 118666 w 115584"/>
                    <a:gd name="connsiteY2" fmla="*/ 0 h 6850294"/>
                    <a:gd name="connsiteX3" fmla="*/ 118666 w 115584"/>
                    <a:gd name="connsiteY3" fmla="*/ 6855688 h 6850294"/>
                    <a:gd name="connsiteX0" fmla="*/ 0 w 111805"/>
                    <a:gd name="connsiteY0" fmla="*/ 6836322 h 6855688"/>
                    <a:gd name="connsiteX1" fmla="*/ 6237 w 111805"/>
                    <a:gd name="connsiteY1" fmla="*/ 0 h 6855688"/>
                    <a:gd name="connsiteX2" fmla="*/ 111804 w 111805"/>
                    <a:gd name="connsiteY2" fmla="*/ 0 h 6855688"/>
                    <a:gd name="connsiteX3" fmla="*/ 111804 w 111805"/>
                    <a:gd name="connsiteY3" fmla="*/ 6855688 h 6855688"/>
                    <a:gd name="connsiteX0" fmla="*/ 0 w 111804"/>
                    <a:gd name="connsiteY0" fmla="*/ 6853478 h 6855688"/>
                    <a:gd name="connsiteX1" fmla="*/ 6237 w 111804"/>
                    <a:gd name="connsiteY1" fmla="*/ 0 h 6855688"/>
                    <a:gd name="connsiteX2" fmla="*/ 111804 w 111804"/>
                    <a:gd name="connsiteY2" fmla="*/ 0 h 6855688"/>
                    <a:gd name="connsiteX3" fmla="*/ 111804 w 111804"/>
                    <a:gd name="connsiteY3" fmla="*/ 6855688 h 68556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1804" h="6855688">
                      <a:moveTo>
                        <a:pt x="0" y="6853478"/>
                      </a:moveTo>
                      <a:cubicBezTo>
                        <a:pt x="14640" y="4603437"/>
                        <a:pt x="3155" y="2253123"/>
                        <a:pt x="6237" y="0"/>
                      </a:cubicBezTo>
                      <a:lnTo>
                        <a:pt x="111804" y="0"/>
                      </a:lnTo>
                      <a:lnTo>
                        <a:pt x="111804" y="6855688"/>
                      </a:ln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7" name="Freeform: Shape 22">
                  <a:extLst>
                    <a:ext uri="{FF2B5EF4-FFF2-40B4-BE49-F238E27FC236}">
                      <a16:creationId xmlns:a16="http://schemas.microsoft.com/office/drawing/2014/main" id="{45B1F21E-EA2A-CB77-2DD8-433DC7152F44}"/>
                    </a:ext>
                  </a:extLst>
                </p:cNvPr>
                <p:cNvSpPr/>
                <p:nvPr/>
              </p:nvSpPr>
              <p:spPr>
                <a:xfrm>
                  <a:off x="748524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8" name="Freeform: Shape 23">
                  <a:extLst>
                    <a:ext uri="{FF2B5EF4-FFF2-40B4-BE49-F238E27FC236}">
                      <a16:creationId xmlns:a16="http://schemas.microsoft.com/office/drawing/2014/main" id="{34ED8C26-B370-20D9-16FB-B89852ECE1B6}"/>
                    </a:ext>
                  </a:extLst>
                </p:cNvPr>
                <p:cNvSpPr/>
                <p:nvPr/>
              </p:nvSpPr>
              <p:spPr>
                <a:xfrm>
                  <a:off x="7616134" y="2926994"/>
                  <a:ext cx="28885" cy="2567886"/>
                </a:xfrm>
                <a:custGeom>
                  <a:avLst/>
                  <a:gdLst>
                    <a:gd name="connsiteX0" fmla="*/ 0 w 77056"/>
                    <a:gd name="connsiteY0" fmla="*/ 6854918 h 6850294"/>
                    <a:gd name="connsiteX1" fmla="*/ 0 w 77056"/>
                    <a:gd name="connsiteY1" fmla="*/ 0 h 6850294"/>
                    <a:gd name="connsiteX2" fmla="*/ 78597 w 77056"/>
                    <a:gd name="connsiteY2" fmla="*/ 0 h 6850294"/>
                    <a:gd name="connsiteX3" fmla="*/ 78597 w 77056"/>
                    <a:gd name="connsiteY3" fmla="*/ 6854918 h 68502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7056" h="6850294">
                      <a:moveTo>
                        <a:pt x="0" y="6854918"/>
                      </a:moveTo>
                      <a:cubicBezTo>
                        <a:pt x="0" y="4570202"/>
                        <a:pt x="0" y="2286257"/>
                        <a:pt x="0" y="0"/>
                      </a:cubicBezTo>
                      <a:cubicBezTo>
                        <a:pt x="25428" y="0"/>
                        <a:pt x="50087" y="0"/>
                        <a:pt x="78597" y="0"/>
                      </a:cubicBezTo>
                      <a:cubicBezTo>
                        <a:pt x="78597" y="2283175"/>
                        <a:pt x="78597" y="4566350"/>
                        <a:pt x="78597" y="6854918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29" name="Freeform: Shape 24">
                  <a:extLst>
                    <a:ext uri="{FF2B5EF4-FFF2-40B4-BE49-F238E27FC236}">
                      <a16:creationId xmlns:a16="http://schemas.microsoft.com/office/drawing/2014/main" id="{EA2D5A70-E633-7E4C-4A24-9F8C5E8EB819}"/>
                    </a:ext>
                  </a:extLst>
                </p:cNvPr>
                <p:cNvSpPr/>
                <p:nvPr/>
              </p:nvSpPr>
              <p:spPr>
                <a:xfrm>
                  <a:off x="6838507" y="2926994"/>
                  <a:ext cx="109764" cy="2394576"/>
                </a:xfrm>
                <a:custGeom>
                  <a:avLst/>
                  <a:gdLst>
                    <a:gd name="connsiteX0" fmla="*/ 0 w 292813"/>
                    <a:gd name="connsiteY0" fmla="*/ 6393351 h 6387957"/>
                    <a:gd name="connsiteX1" fmla="*/ 0 w 292813"/>
                    <a:gd name="connsiteY1" fmla="*/ 0 h 6387957"/>
                    <a:gd name="connsiteX2" fmla="*/ 295125 w 292813"/>
                    <a:gd name="connsiteY2" fmla="*/ 0 h 6387957"/>
                    <a:gd name="connsiteX3" fmla="*/ 295125 w 29281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92813" h="6387957">
                      <a:moveTo>
                        <a:pt x="0" y="639335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99403" y="0"/>
                        <a:pt x="196493" y="0"/>
                        <a:pt x="295125" y="0"/>
                      </a:cubicBezTo>
                      <a:cubicBezTo>
                        <a:pt x="295125" y="2132145"/>
                        <a:pt x="295125" y="4261207"/>
                        <a:pt x="29512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0" name="Freeform: Shape 25">
                  <a:extLst>
                    <a:ext uri="{FF2B5EF4-FFF2-40B4-BE49-F238E27FC236}">
                      <a16:creationId xmlns:a16="http://schemas.microsoft.com/office/drawing/2014/main" id="{D780DADC-FE5F-31E4-2058-F0F1F71D80D7}"/>
                    </a:ext>
                  </a:extLst>
                </p:cNvPr>
                <p:cNvSpPr/>
                <p:nvPr/>
              </p:nvSpPr>
              <p:spPr>
                <a:xfrm>
                  <a:off x="698099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1" name="Freeform: Shape 26">
                  <a:extLst>
                    <a:ext uri="{FF2B5EF4-FFF2-40B4-BE49-F238E27FC236}">
                      <a16:creationId xmlns:a16="http://schemas.microsoft.com/office/drawing/2014/main" id="{C26B06BA-53FF-CF27-44E6-93A8858ECD45}"/>
                    </a:ext>
                  </a:extLst>
                </p:cNvPr>
                <p:cNvSpPr/>
                <p:nvPr/>
              </p:nvSpPr>
              <p:spPr>
                <a:xfrm>
                  <a:off x="7065051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8895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2" name="Freeform: Shape 27">
                  <a:extLst>
                    <a:ext uri="{FF2B5EF4-FFF2-40B4-BE49-F238E27FC236}">
                      <a16:creationId xmlns:a16="http://schemas.microsoft.com/office/drawing/2014/main" id="{563A3A43-5E72-56E6-2A34-D4B6D8CF9B57}"/>
                    </a:ext>
                  </a:extLst>
                </p:cNvPr>
                <p:cNvSpPr/>
                <p:nvPr/>
              </p:nvSpPr>
              <p:spPr>
                <a:xfrm>
                  <a:off x="6754449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3" name="Freeform: Shape 28">
                  <a:extLst>
                    <a:ext uri="{FF2B5EF4-FFF2-40B4-BE49-F238E27FC236}">
                      <a16:creationId xmlns:a16="http://schemas.microsoft.com/office/drawing/2014/main" id="{F406C228-CCD0-40A4-28D2-D5CBD63A3F76}"/>
                    </a:ext>
                  </a:extLst>
                </p:cNvPr>
                <p:cNvSpPr/>
                <p:nvPr/>
              </p:nvSpPr>
              <p:spPr>
                <a:xfrm>
                  <a:off x="633491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335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3351"/>
                      </a:moveTo>
                      <a:cubicBezTo>
                        <a:pt x="0" y="4262748"/>
                        <a:pt x="0" y="2132915"/>
                        <a:pt x="0" y="0"/>
                      </a:cubicBezTo>
                      <a:cubicBezTo>
                        <a:pt x="33904" y="0"/>
                        <a:pt x="67809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4" name="Freeform: Shape 29">
                  <a:extLst>
                    <a:ext uri="{FF2B5EF4-FFF2-40B4-BE49-F238E27FC236}">
                      <a16:creationId xmlns:a16="http://schemas.microsoft.com/office/drawing/2014/main" id="{AD22CDA2-1B16-5C4E-BC66-C29BE129C148}"/>
                    </a:ext>
                  </a:extLst>
                </p:cNvPr>
                <p:cNvSpPr/>
                <p:nvPr/>
              </p:nvSpPr>
              <p:spPr>
                <a:xfrm>
                  <a:off x="6159871" y="2926127"/>
                  <a:ext cx="37550" cy="2397464"/>
                </a:xfrm>
                <a:custGeom>
                  <a:avLst/>
                  <a:gdLst>
                    <a:gd name="connsiteX0" fmla="*/ 0 w 100173"/>
                    <a:gd name="connsiteY0" fmla="*/ 6395663 h 6395662"/>
                    <a:gd name="connsiteX1" fmla="*/ 0 w 100173"/>
                    <a:gd name="connsiteY1" fmla="*/ 0 h 6395662"/>
                    <a:gd name="connsiteX2" fmla="*/ 52398 w 100173"/>
                    <a:gd name="connsiteY2" fmla="*/ 0 h 6395662"/>
                    <a:gd name="connsiteX3" fmla="*/ 103255 w 100173"/>
                    <a:gd name="connsiteY3" fmla="*/ 0 h 6395662"/>
                    <a:gd name="connsiteX4" fmla="*/ 103255 w 100173"/>
                    <a:gd name="connsiteY4" fmla="*/ 6395663 h 6395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00173" h="6395662">
                      <a:moveTo>
                        <a:pt x="0" y="6395663"/>
                      </a:moveTo>
                      <a:cubicBezTo>
                        <a:pt x="0" y="4265060"/>
                        <a:pt x="0" y="2135227"/>
                        <a:pt x="0" y="0"/>
                      </a:cubicBezTo>
                      <a:cubicBezTo>
                        <a:pt x="17723" y="0"/>
                        <a:pt x="34675" y="0"/>
                        <a:pt x="52398" y="0"/>
                      </a:cubicBezTo>
                      <a:cubicBezTo>
                        <a:pt x="68580" y="0"/>
                        <a:pt x="84762" y="0"/>
                        <a:pt x="103255" y="0"/>
                      </a:cubicBezTo>
                      <a:cubicBezTo>
                        <a:pt x="103255" y="2132915"/>
                        <a:pt x="103255" y="4261977"/>
                        <a:pt x="103255" y="6395663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5" name="Freeform: Shape 30">
                  <a:extLst>
                    <a:ext uri="{FF2B5EF4-FFF2-40B4-BE49-F238E27FC236}">
                      <a16:creationId xmlns:a16="http://schemas.microsoft.com/office/drawing/2014/main" id="{9CA4B664-DDD1-32F7-E660-94C188D759ED}"/>
                    </a:ext>
                  </a:extLst>
                </p:cNvPr>
                <p:cNvSpPr/>
                <p:nvPr/>
              </p:nvSpPr>
              <p:spPr>
                <a:xfrm>
                  <a:off x="6231712" y="2926127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6" name="Freeform: Shape 31">
                  <a:extLst>
                    <a:ext uri="{FF2B5EF4-FFF2-40B4-BE49-F238E27FC236}">
                      <a16:creationId xmlns:a16="http://schemas.microsoft.com/office/drawing/2014/main" id="{E9F5BEFE-5013-639E-03E6-E6B817D79645}"/>
                    </a:ext>
                  </a:extLst>
                </p:cNvPr>
                <p:cNvSpPr/>
                <p:nvPr/>
              </p:nvSpPr>
              <p:spPr>
                <a:xfrm>
                  <a:off x="6598401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207"/>
                        <a:pt x="0" y="2131374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60437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7" name="Freeform: Shape 32">
                  <a:extLst>
                    <a:ext uri="{FF2B5EF4-FFF2-40B4-BE49-F238E27FC236}">
                      <a16:creationId xmlns:a16="http://schemas.microsoft.com/office/drawing/2014/main" id="{A2A13603-B388-5F17-7D7B-885F0DAC4B57}"/>
                    </a:ext>
                  </a:extLst>
                </p:cNvPr>
                <p:cNvSpPr/>
                <p:nvPr/>
              </p:nvSpPr>
              <p:spPr>
                <a:xfrm>
                  <a:off x="6680669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905" y="0"/>
                        <a:pt x="67810" y="0"/>
                        <a:pt x="103255" y="0"/>
                      </a:cubicBezTo>
                      <a:cubicBezTo>
                        <a:pt x="103255" y="2131374"/>
                        <a:pt x="103255" y="426043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8" name="Freeform: Shape 33">
                  <a:extLst>
                    <a:ext uri="{FF2B5EF4-FFF2-40B4-BE49-F238E27FC236}">
                      <a16:creationId xmlns:a16="http://schemas.microsoft.com/office/drawing/2014/main" id="{351A81EB-EA52-6F03-8DC4-9E691694E412}"/>
                    </a:ext>
                  </a:extLst>
                </p:cNvPr>
                <p:cNvSpPr/>
                <p:nvPr/>
              </p:nvSpPr>
              <p:spPr>
                <a:xfrm>
                  <a:off x="6516134" y="2927282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181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181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181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3134" y="0"/>
                        <a:pt x="67039" y="0"/>
                        <a:pt x="103255" y="0"/>
                      </a:cubicBezTo>
                      <a:cubicBezTo>
                        <a:pt x="103255" y="2130603"/>
                        <a:pt x="103255" y="4260436"/>
                        <a:pt x="103255" y="639181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39" name="Freeform: Shape 34">
                  <a:extLst>
                    <a:ext uri="{FF2B5EF4-FFF2-40B4-BE49-F238E27FC236}">
                      <a16:creationId xmlns:a16="http://schemas.microsoft.com/office/drawing/2014/main" id="{C721D63B-1780-271F-C62B-873BCA284309}"/>
                    </a:ext>
                  </a:extLst>
                </p:cNvPr>
                <p:cNvSpPr/>
                <p:nvPr/>
              </p:nvSpPr>
              <p:spPr>
                <a:xfrm>
                  <a:off x="6399205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0" name="Freeform: Shape 35">
                  <a:extLst>
                    <a:ext uri="{FF2B5EF4-FFF2-40B4-BE49-F238E27FC236}">
                      <a16:creationId xmlns:a16="http://schemas.microsoft.com/office/drawing/2014/main" id="{C245A96D-B4B4-A96E-F169-2C7B14AA41EA}"/>
                    </a:ext>
                  </a:extLst>
                </p:cNvPr>
                <p:cNvSpPr/>
                <p:nvPr/>
              </p:nvSpPr>
              <p:spPr>
                <a:xfrm>
                  <a:off x="5237391" y="2926127"/>
                  <a:ext cx="144425" cy="2394576"/>
                </a:xfrm>
                <a:custGeom>
                  <a:avLst/>
                  <a:gdLst>
                    <a:gd name="connsiteX0" fmla="*/ 0 w 385280"/>
                    <a:gd name="connsiteY0" fmla="*/ 6393351 h 6387957"/>
                    <a:gd name="connsiteX1" fmla="*/ 0 w 385280"/>
                    <a:gd name="connsiteY1" fmla="*/ 0 h 6387957"/>
                    <a:gd name="connsiteX2" fmla="*/ 387593 w 385280"/>
                    <a:gd name="connsiteY2" fmla="*/ 0 h 6387957"/>
                    <a:gd name="connsiteX3" fmla="*/ 387593 w 385280"/>
                    <a:gd name="connsiteY3" fmla="*/ 639335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85280" h="6387957">
                      <a:moveTo>
                        <a:pt x="0" y="6393351"/>
                      </a:moveTo>
                      <a:cubicBezTo>
                        <a:pt x="0" y="4262748"/>
                        <a:pt x="0" y="2132145"/>
                        <a:pt x="0" y="0"/>
                      </a:cubicBezTo>
                      <a:cubicBezTo>
                        <a:pt x="128684" y="0"/>
                        <a:pt x="256597" y="0"/>
                        <a:pt x="387593" y="0"/>
                      </a:cubicBezTo>
                      <a:cubicBezTo>
                        <a:pt x="387593" y="2130603"/>
                        <a:pt x="387593" y="4261207"/>
                        <a:pt x="387593" y="639335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1" name="Freeform: Shape 36">
                  <a:extLst>
                    <a:ext uri="{FF2B5EF4-FFF2-40B4-BE49-F238E27FC236}">
                      <a16:creationId xmlns:a16="http://schemas.microsoft.com/office/drawing/2014/main" id="{34B53348-3852-E47E-404C-361DB36D967E}"/>
                    </a:ext>
                  </a:extLst>
                </p:cNvPr>
                <p:cNvSpPr/>
                <p:nvPr/>
              </p:nvSpPr>
              <p:spPr>
                <a:xfrm>
                  <a:off x="5123269" y="2926994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7039" y="0"/>
                        <a:pt x="131766" y="0"/>
                        <a:pt x="198805" y="0"/>
                      </a:cubicBezTo>
                      <a:cubicBezTo>
                        <a:pt x="198805" y="2130603"/>
                        <a:pt x="198805" y="4259666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2" name="Freeform: Shape 37">
                  <a:extLst>
                    <a:ext uri="{FF2B5EF4-FFF2-40B4-BE49-F238E27FC236}">
                      <a16:creationId xmlns:a16="http://schemas.microsoft.com/office/drawing/2014/main" id="{147CEEAB-50FE-26BE-F92C-AC8C9DB2F678}"/>
                    </a:ext>
                  </a:extLst>
                </p:cNvPr>
                <p:cNvSpPr/>
                <p:nvPr/>
              </p:nvSpPr>
              <p:spPr>
                <a:xfrm>
                  <a:off x="5611343" y="2927282"/>
                  <a:ext cx="72212" cy="2394576"/>
                </a:xfrm>
                <a:custGeom>
                  <a:avLst/>
                  <a:gdLst>
                    <a:gd name="connsiteX0" fmla="*/ 0 w 192640"/>
                    <a:gd name="connsiteY0" fmla="*/ 6392581 h 6387957"/>
                    <a:gd name="connsiteX1" fmla="*/ 0 w 192640"/>
                    <a:gd name="connsiteY1" fmla="*/ 0 h 6387957"/>
                    <a:gd name="connsiteX2" fmla="*/ 198805 w 192640"/>
                    <a:gd name="connsiteY2" fmla="*/ 0 h 6387957"/>
                    <a:gd name="connsiteX3" fmla="*/ 198805 w 192640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2640" h="6387957">
                      <a:moveTo>
                        <a:pt x="0" y="6392581"/>
                      </a:moveTo>
                      <a:cubicBezTo>
                        <a:pt x="0" y="4261207"/>
                        <a:pt x="0" y="2132145"/>
                        <a:pt x="0" y="0"/>
                      </a:cubicBezTo>
                      <a:cubicBezTo>
                        <a:pt x="66268" y="0"/>
                        <a:pt x="131766" y="0"/>
                        <a:pt x="198805" y="0"/>
                      </a:cubicBezTo>
                      <a:cubicBezTo>
                        <a:pt x="198805" y="2131374"/>
                        <a:pt x="198805" y="4261207"/>
                        <a:pt x="19880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3" name="Freeform: Shape 38">
                  <a:extLst>
                    <a:ext uri="{FF2B5EF4-FFF2-40B4-BE49-F238E27FC236}">
                      <a16:creationId xmlns:a16="http://schemas.microsoft.com/office/drawing/2014/main" id="{7BA49CBA-4B9C-EB90-B76D-023E35DF9D92}"/>
                    </a:ext>
                  </a:extLst>
                </p:cNvPr>
                <p:cNvSpPr/>
                <p:nvPr/>
              </p:nvSpPr>
              <p:spPr>
                <a:xfrm>
                  <a:off x="5407259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10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4" name="Freeform: Shape 39">
                  <a:extLst>
                    <a:ext uri="{FF2B5EF4-FFF2-40B4-BE49-F238E27FC236}">
                      <a16:creationId xmlns:a16="http://schemas.microsoft.com/office/drawing/2014/main" id="{DF938FD8-D7E6-E1DE-538A-7362923D1747}"/>
                    </a:ext>
                  </a:extLst>
                </p:cNvPr>
                <p:cNvSpPr/>
                <p:nvPr/>
              </p:nvSpPr>
              <p:spPr>
                <a:xfrm>
                  <a:off x="5470252" y="2926994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45" name="Freeform: Shape 40">
                  <a:extLst>
                    <a:ext uri="{FF2B5EF4-FFF2-40B4-BE49-F238E27FC236}">
                      <a16:creationId xmlns:a16="http://schemas.microsoft.com/office/drawing/2014/main" id="{96BF5620-4DA8-653C-E507-27560A3E7315}"/>
                    </a:ext>
                  </a:extLst>
                </p:cNvPr>
                <p:cNvSpPr/>
                <p:nvPr/>
              </p:nvSpPr>
              <p:spPr>
                <a:xfrm>
                  <a:off x="5533244" y="2926127"/>
                  <a:ext cx="37550" cy="2394576"/>
                </a:xfrm>
                <a:custGeom>
                  <a:avLst/>
                  <a:gdLst>
                    <a:gd name="connsiteX0" fmla="*/ 0 w 100173"/>
                    <a:gd name="connsiteY0" fmla="*/ 6392581 h 6387957"/>
                    <a:gd name="connsiteX1" fmla="*/ 0 w 100173"/>
                    <a:gd name="connsiteY1" fmla="*/ 0 h 6387957"/>
                    <a:gd name="connsiteX2" fmla="*/ 103255 w 100173"/>
                    <a:gd name="connsiteY2" fmla="*/ 0 h 6387957"/>
                    <a:gd name="connsiteX3" fmla="*/ 103255 w 100173"/>
                    <a:gd name="connsiteY3" fmla="*/ 6392581 h 6387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0173" h="6387957">
                      <a:moveTo>
                        <a:pt x="0" y="6392581"/>
                      </a:moveTo>
                      <a:cubicBezTo>
                        <a:pt x="0" y="4261978"/>
                        <a:pt x="0" y="2132145"/>
                        <a:pt x="0" y="0"/>
                      </a:cubicBezTo>
                      <a:cubicBezTo>
                        <a:pt x="34675" y="0"/>
                        <a:pt x="67809" y="0"/>
                        <a:pt x="103255" y="0"/>
                      </a:cubicBezTo>
                      <a:cubicBezTo>
                        <a:pt x="103255" y="2130603"/>
                        <a:pt x="103255" y="4259666"/>
                        <a:pt x="103255" y="6392581"/>
                      </a:cubicBezTo>
                    </a:path>
                  </a:pathLst>
                </a:custGeom>
                <a:grpFill/>
                <a:ln w="7704" cap="flat">
                  <a:noFill/>
                  <a:prstDash val="solid"/>
                  <a:miter/>
                </a:ln>
              </p:spPr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>
                    <a:solidFill>
                      <a:srgbClr val="C00000"/>
                    </a:solidFill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961A00B9-7DE4-C2FD-AB5A-09492068B778}"/>
                </a:ext>
              </a:extLst>
            </p:cNvPr>
            <p:cNvGrpSpPr/>
            <p:nvPr/>
          </p:nvGrpSpPr>
          <p:grpSpPr>
            <a:xfrm>
              <a:off x="127405" y="6445226"/>
              <a:ext cx="4247638" cy="273465"/>
              <a:chOff x="4366684" y="2926127"/>
              <a:chExt cx="3278335" cy="2571063"/>
            </a:xfrm>
          </p:grpSpPr>
          <p:sp>
            <p:nvSpPr>
              <p:cNvPr id="47" name="Freeform: Shape 42">
                <a:extLst>
                  <a:ext uri="{FF2B5EF4-FFF2-40B4-BE49-F238E27FC236}">
                    <a16:creationId xmlns:a16="http://schemas.microsoft.com/office/drawing/2014/main" id="{A029AC2C-5A53-6F15-6585-E68F87ABC817}"/>
                  </a:ext>
                </a:extLst>
              </p:cNvPr>
              <p:cNvSpPr/>
              <p:nvPr/>
            </p:nvSpPr>
            <p:spPr>
              <a:xfrm>
                <a:off x="4744501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8" name="Freeform: Shape 43">
                <a:extLst>
                  <a:ext uri="{FF2B5EF4-FFF2-40B4-BE49-F238E27FC236}">
                    <a16:creationId xmlns:a16="http://schemas.microsoft.com/office/drawing/2014/main" id="{B9CCC25C-ED26-E839-2FF1-F8F384ED2C4B}"/>
                  </a:ext>
                </a:extLst>
              </p:cNvPr>
              <p:cNvSpPr/>
              <p:nvPr/>
            </p:nvSpPr>
            <p:spPr>
              <a:xfrm>
                <a:off x="467662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9" name="Freeform: Shape 44">
                <a:extLst>
                  <a:ext uri="{FF2B5EF4-FFF2-40B4-BE49-F238E27FC236}">
                    <a16:creationId xmlns:a16="http://schemas.microsoft.com/office/drawing/2014/main" id="{AA39B6E0-20DD-6819-FCD1-AE4B73DF8C36}"/>
                  </a:ext>
                </a:extLst>
              </p:cNvPr>
              <p:cNvSpPr/>
              <p:nvPr/>
            </p:nvSpPr>
            <p:spPr>
              <a:xfrm>
                <a:off x="5706626" y="2927282"/>
                <a:ext cx="109764" cy="2394576"/>
              </a:xfrm>
              <a:custGeom>
                <a:avLst/>
                <a:gdLst>
                  <a:gd name="connsiteX0" fmla="*/ 0 w 292813"/>
                  <a:gd name="connsiteY0" fmla="*/ 639258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97091" y="0"/>
                      <a:pt x="194952" y="0"/>
                      <a:pt x="295125" y="0"/>
                    </a:cubicBezTo>
                    <a:cubicBezTo>
                      <a:pt x="295125" y="2130603"/>
                      <a:pt x="295125" y="4259666"/>
                      <a:pt x="29512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0" name="Freeform: Shape 45">
                <a:extLst>
                  <a:ext uri="{FF2B5EF4-FFF2-40B4-BE49-F238E27FC236}">
                    <a16:creationId xmlns:a16="http://schemas.microsoft.com/office/drawing/2014/main" id="{307D8F0A-7391-8E16-2F47-A7969A7DC90F}"/>
                  </a:ext>
                </a:extLst>
              </p:cNvPr>
              <p:cNvSpPr/>
              <p:nvPr/>
            </p:nvSpPr>
            <p:spPr>
              <a:xfrm>
                <a:off x="5022376" y="2926994"/>
                <a:ext cx="75101" cy="2394576"/>
              </a:xfrm>
              <a:custGeom>
                <a:avLst/>
                <a:gdLst>
                  <a:gd name="connsiteX0" fmla="*/ 0 w 200346"/>
                  <a:gd name="connsiteY0" fmla="*/ 6392581 h 6387957"/>
                  <a:gd name="connsiteX1" fmla="*/ 0 w 200346"/>
                  <a:gd name="connsiteY1" fmla="*/ 0 h 6387957"/>
                  <a:gd name="connsiteX2" fmla="*/ 201117 w 200346"/>
                  <a:gd name="connsiteY2" fmla="*/ 0 h 6387957"/>
                  <a:gd name="connsiteX3" fmla="*/ 201117 w 200346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0346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3307" y="0"/>
                      <a:pt x="201117" y="0"/>
                    </a:cubicBezTo>
                    <a:cubicBezTo>
                      <a:pt x="201117" y="2131374"/>
                      <a:pt x="201117" y="4260437"/>
                      <a:pt x="201117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Freeform: Shape 46">
                <a:extLst>
                  <a:ext uri="{FF2B5EF4-FFF2-40B4-BE49-F238E27FC236}">
                    <a16:creationId xmlns:a16="http://schemas.microsoft.com/office/drawing/2014/main" id="{25D50A6C-A697-1139-9506-D8D1DF451C22}"/>
                  </a:ext>
                </a:extLst>
              </p:cNvPr>
              <p:cNvSpPr/>
              <p:nvPr/>
            </p:nvSpPr>
            <p:spPr>
              <a:xfrm>
                <a:off x="487782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6043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Freeform: Shape 47">
                <a:extLst>
                  <a:ext uri="{FF2B5EF4-FFF2-40B4-BE49-F238E27FC236}">
                    <a16:creationId xmlns:a16="http://schemas.microsoft.com/office/drawing/2014/main" id="{EC97BEE2-1AB5-BCA5-D420-C3E010C32611}"/>
                  </a:ext>
                </a:extLst>
              </p:cNvPr>
              <p:cNvSpPr/>
              <p:nvPr/>
            </p:nvSpPr>
            <p:spPr>
              <a:xfrm>
                <a:off x="4559765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3351 h 6387957"/>
                  <a:gd name="connsiteX1" fmla="*/ 0 w 192640"/>
                  <a:gd name="connsiteY1" fmla="*/ 0 h 6387957"/>
                  <a:gd name="connsiteX2" fmla="*/ 198034 w 192640"/>
                  <a:gd name="connsiteY2" fmla="*/ 0 h 6387957"/>
                  <a:gd name="connsiteX3" fmla="*/ 198034 w 19264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034" y="0"/>
                    </a:cubicBezTo>
                    <a:cubicBezTo>
                      <a:pt x="198034" y="2132145"/>
                      <a:pt x="198034" y="4261207"/>
                      <a:pt x="198034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Freeform: Shape 48">
                <a:extLst>
                  <a:ext uri="{FF2B5EF4-FFF2-40B4-BE49-F238E27FC236}">
                    <a16:creationId xmlns:a16="http://schemas.microsoft.com/office/drawing/2014/main" id="{FE164719-A086-59F4-A64D-C1C6A5F42118}"/>
                  </a:ext>
                </a:extLst>
              </p:cNvPr>
              <p:cNvSpPr/>
              <p:nvPr/>
            </p:nvSpPr>
            <p:spPr>
              <a:xfrm>
                <a:off x="4433987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4716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Freeform: Shape 49">
                <a:extLst>
                  <a:ext uri="{FF2B5EF4-FFF2-40B4-BE49-F238E27FC236}">
                    <a16:creationId xmlns:a16="http://schemas.microsoft.com/office/drawing/2014/main" id="{369A1706-A9E1-E4A3-BF4E-C5F71E04F7D9}"/>
                  </a:ext>
                </a:extLst>
              </p:cNvPr>
              <p:cNvSpPr/>
              <p:nvPr/>
            </p:nvSpPr>
            <p:spPr>
              <a:xfrm>
                <a:off x="4366684" y="2927282"/>
                <a:ext cx="37550" cy="2567886"/>
              </a:xfrm>
              <a:custGeom>
                <a:avLst/>
                <a:gdLst>
                  <a:gd name="connsiteX0" fmla="*/ 0 w 100173"/>
                  <a:gd name="connsiteY0" fmla="*/ 685414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148"/>
                    </a:moveTo>
                    <a:cubicBezTo>
                      <a:pt x="0" y="4569432"/>
                      <a:pt x="0" y="2286257"/>
                      <a:pt x="0" y="0"/>
                    </a:cubicBezTo>
                    <a:cubicBezTo>
                      <a:pt x="33905" y="0"/>
                      <a:pt x="67809" y="0"/>
                      <a:pt x="103255" y="0"/>
                    </a:cubicBezTo>
                    <a:cubicBezTo>
                      <a:pt x="103255" y="2285486"/>
                      <a:pt x="103255" y="456866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Freeform: Shape 50">
                <a:extLst>
                  <a:ext uri="{FF2B5EF4-FFF2-40B4-BE49-F238E27FC236}">
                    <a16:creationId xmlns:a16="http://schemas.microsoft.com/office/drawing/2014/main" id="{C484C907-80EA-942E-E819-EC4342CBAC52}"/>
                  </a:ext>
                </a:extLst>
              </p:cNvPr>
              <p:cNvSpPr/>
              <p:nvPr/>
            </p:nvSpPr>
            <p:spPr>
              <a:xfrm>
                <a:off x="5957386" y="2926705"/>
                <a:ext cx="37550" cy="2567886"/>
              </a:xfrm>
              <a:custGeom>
                <a:avLst/>
                <a:gdLst>
                  <a:gd name="connsiteX0" fmla="*/ 0 w 100173"/>
                  <a:gd name="connsiteY0" fmla="*/ 6854918 h 6850294"/>
                  <a:gd name="connsiteX1" fmla="*/ 0 w 100173"/>
                  <a:gd name="connsiteY1" fmla="*/ 0 h 6850294"/>
                  <a:gd name="connsiteX2" fmla="*/ 103255 w 100173"/>
                  <a:gd name="connsiteY2" fmla="*/ 0 h 6850294"/>
                  <a:gd name="connsiteX3" fmla="*/ 103255 w 100173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283945"/>
                      <a:pt x="103255" y="4567891"/>
                      <a:pt x="103255" y="6854918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Freeform: Shape 51">
                <a:extLst>
                  <a:ext uri="{FF2B5EF4-FFF2-40B4-BE49-F238E27FC236}">
                    <a16:creationId xmlns:a16="http://schemas.microsoft.com/office/drawing/2014/main" id="{8C64BE37-037A-A41E-6640-314950F08D57}"/>
                  </a:ext>
                </a:extLst>
              </p:cNvPr>
              <p:cNvSpPr/>
              <p:nvPr/>
            </p:nvSpPr>
            <p:spPr>
              <a:xfrm>
                <a:off x="6024689" y="2926127"/>
                <a:ext cx="37550" cy="2567886"/>
              </a:xfrm>
              <a:custGeom>
                <a:avLst/>
                <a:gdLst>
                  <a:gd name="connsiteX0" fmla="*/ 0 w 100173"/>
                  <a:gd name="connsiteY0" fmla="*/ 6857230 h 6850294"/>
                  <a:gd name="connsiteX1" fmla="*/ 0 w 100173"/>
                  <a:gd name="connsiteY1" fmla="*/ 0 h 6850294"/>
                  <a:gd name="connsiteX2" fmla="*/ 52398 w 100173"/>
                  <a:gd name="connsiteY2" fmla="*/ 0 h 6850294"/>
                  <a:gd name="connsiteX3" fmla="*/ 103255 w 100173"/>
                  <a:gd name="connsiteY3" fmla="*/ 0 h 6850294"/>
                  <a:gd name="connsiteX4" fmla="*/ 103255 w 100173"/>
                  <a:gd name="connsiteY4" fmla="*/ 6857230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850294">
                    <a:moveTo>
                      <a:pt x="0" y="6857230"/>
                    </a:moveTo>
                    <a:cubicBezTo>
                      <a:pt x="0" y="4572514"/>
                      <a:pt x="0" y="2288569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287798"/>
                      <a:pt x="103255" y="4571743"/>
                      <a:pt x="103255" y="6857230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Freeform: Shape 52">
                <a:extLst>
                  <a:ext uri="{FF2B5EF4-FFF2-40B4-BE49-F238E27FC236}">
                    <a16:creationId xmlns:a16="http://schemas.microsoft.com/office/drawing/2014/main" id="{29DA91BF-6E24-27AA-1656-AC0F4E8CD002}"/>
                  </a:ext>
                </a:extLst>
              </p:cNvPr>
              <p:cNvSpPr/>
              <p:nvPr/>
            </p:nvSpPr>
            <p:spPr>
              <a:xfrm>
                <a:off x="5890084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1714 w 100173"/>
                  <a:gd name="connsiteY2" fmla="*/ 0 h 6387957"/>
                  <a:gd name="connsiteX3" fmla="*/ 101714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33904" y="0"/>
                      <a:pt x="67039" y="0"/>
                      <a:pt x="101714" y="0"/>
                    </a:cubicBezTo>
                    <a:cubicBezTo>
                      <a:pt x="101714" y="2130603"/>
                      <a:pt x="101714" y="4260437"/>
                      <a:pt x="101714" y="639258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Freeform: Shape 53">
                <a:extLst>
                  <a:ext uri="{FF2B5EF4-FFF2-40B4-BE49-F238E27FC236}">
                    <a16:creationId xmlns:a16="http://schemas.microsoft.com/office/drawing/2014/main" id="{945FA9C0-AE0D-2479-6404-C6A5488FE44B}"/>
                  </a:ext>
                </a:extLst>
              </p:cNvPr>
              <p:cNvSpPr/>
              <p:nvPr/>
            </p:nvSpPr>
            <p:spPr>
              <a:xfrm>
                <a:off x="609199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1978"/>
                      <a:pt x="0" y="213291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1374"/>
                      <a:pt x="103255" y="4261207"/>
                      <a:pt x="103255" y="6393351"/>
                    </a:cubicBezTo>
                  </a:path>
                </a:pathLst>
              </a:custGeom>
              <a:solidFill>
                <a:schemeClr val="accent6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Freeform: Shape 54">
                <a:extLst>
                  <a:ext uri="{FF2B5EF4-FFF2-40B4-BE49-F238E27FC236}">
                    <a16:creationId xmlns:a16="http://schemas.microsoft.com/office/drawing/2014/main" id="{D1423C2B-507E-07BF-889A-71AF84EE2A23}"/>
                  </a:ext>
                </a:extLst>
              </p:cNvPr>
              <p:cNvSpPr/>
              <p:nvPr/>
            </p:nvSpPr>
            <p:spPr>
              <a:xfrm>
                <a:off x="7139759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0" name="Freeform: Shape 55">
                <a:extLst>
                  <a:ext uri="{FF2B5EF4-FFF2-40B4-BE49-F238E27FC236}">
                    <a16:creationId xmlns:a16="http://schemas.microsoft.com/office/drawing/2014/main" id="{4847081C-FD3F-BFFC-0472-E017C4AED98D}"/>
                  </a:ext>
                </a:extLst>
              </p:cNvPr>
              <p:cNvSpPr/>
              <p:nvPr/>
            </p:nvSpPr>
            <p:spPr>
              <a:xfrm>
                <a:off x="7280788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2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1" name="Freeform: Shape 56">
                <a:extLst>
                  <a:ext uri="{FF2B5EF4-FFF2-40B4-BE49-F238E27FC236}">
                    <a16:creationId xmlns:a16="http://schemas.microsoft.com/office/drawing/2014/main" id="{AF787483-EB30-BBCD-D912-10E8291DEE9D}"/>
                  </a:ext>
                </a:extLst>
              </p:cNvPr>
              <p:cNvSpPr/>
              <p:nvPr/>
            </p:nvSpPr>
            <p:spPr>
              <a:xfrm>
                <a:off x="7349773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99402" y="0"/>
                      <a:pt x="195722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2" name="Freeform: Shape 57">
                <a:extLst>
                  <a:ext uri="{FF2B5EF4-FFF2-40B4-BE49-F238E27FC236}">
                    <a16:creationId xmlns:a16="http://schemas.microsoft.com/office/drawing/2014/main" id="{3BBD71E4-D2B4-5048-863D-50A7C29CFC73}"/>
                  </a:ext>
                </a:extLst>
              </p:cNvPr>
              <p:cNvSpPr/>
              <p:nvPr/>
            </p:nvSpPr>
            <p:spPr>
              <a:xfrm>
                <a:off x="7548511" y="2927282"/>
                <a:ext cx="41911" cy="2569908"/>
              </a:xfrm>
              <a:custGeom>
                <a:avLst/>
                <a:gdLst>
                  <a:gd name="connsiteX0" fmla="*/ 0 w 115584"/>
                  <a:gd name="connsiteY0" fmla="*/ 6753975 h 6850294"/>
                  <a:gd name="connsiteX1" fmla="*/ 13099 w 115584"/>
                  <a:gd name="connsiteY1" fmla="*/ 0 h 6850294"/>
                  <a:gd name="connsiteX2" fmla="*/ 118666 w 115584"/>
                  <a:gd name="connsiteY2" fmla="*/ 0 h 6850294"/>
                  <a:gd name="connsiteX3" fmla="*/ 118666 w 115584"/>
                  <a:gd name="connsiteY3" fmla="*/ 6855688 h 6850294"/>
                  <a:gd name="connsiteX0" fmla="*/ 0 w 111805"/>
                  <a:gd name="connsiteY0" fmla="*/ 6836322 h 6855688"/>
                  <a:gd name="connsiteX1" fmla="*/ 6237 w 111805"/>
                  <a:gd name="connsiteY1" fmla="*/ 0 h 6855688"/>
                  <a:gd name="connsiteX2" fmla="*/ 111804 w 111805"/>
                  <a:gd name="connsiteY2" fmla="*/ 0 h 6855688"/>
                  <a:gd name="connsiteX3" fmla="*/ 111804 w 111805"/>
                  <a:gd name="connsiteY3" fmla="*/ 6855688 h 6855688"/>
                  <a:gd name="connsiteX0" fmla="*/ 0 w 111804"/>
                  <a:gd name="connsiteY0" fmla="*/ 6853478 h 6855688"/>
                  <a:gd name="connsiteX1" fmla="*/ 6237 w 111804"/>
                  <a:gd name="connsiteY1" fmla="*/ 0 h 6855688"/>
                  <a:gd name="connsiteX2" fmla="*/ 111804 w 111804"/>
                  <a:gd name="connsiteY2" fmla="*/ 0 h 6855688"/>
                  <a:gd name="connsiteX3" fmla="*/ 111804 w 111804"/>
                  <a:gd name="connsiteY3" fmla="*/ 6855688 h 685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1804" h="6855688">
                    <a:moveTo>
                      <a:pt x="0" y="6853478"/>
                    </a:moveTo>
                    <a:cubicBezTo>
                      <a:pt x="14640" y="4603437"/>
                      <a:pt x="3155" y="2253123"/>
                      <a:pt x="6237" y="0"/>
                    </a:cubicBezTo>
                    <a:lnTo>
                      <a:pt x="111804" y="0"/>
                    </a:lnTo>
                    <a:lnTo>
                      <a:pt x="111804" y="6855688"/>
                    </a:ln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3" name="Freeform: Shape 58">
                <a:extLst>
                  <a:ext uri="{FF2B5EF4-FFF2-40B4-BE49-F238E27FC236}">
                    <a16:creationId xmlns:a16="http://schemas.microsoft.com/office/drawing/2014/main" id="{F3C44274-D742-5B21-96F6-713D8BA2140C}"/>
                  </a:ext>
                </a:extLst>
              </p:cNvPr>
              <p:cNvSpPr/>
              <p:nvPr/>
            </p:nvSpPr>
            <p:spPr>
              <a:xfrm>
                <a:off x="748524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4" name="Freeform: Shape 59">
                <a:extLst>
                  <a:ext uri="{FF2B5EF4-FFF2-40B4-BE49-F238E27FC236}">
                    <a16:creationId xmlns:a16="http://schemas.microsoft.com/office/drawing/2014/main" id="{0E10B0A9-C888-B222-19DD-3F49D843C185}"/>
                  </a:ext>
                </a:extLst>
              </p:cNvPr>
              <p:cNvSpPr/>
              <p:nvPr/>
            </p:nvSpPr>
            <p:spPr>
              <a:xfrm>
                <a:off x="7616134" y="2926994"/>
                <a:ext cx="28885" cy="2567886"/>
              </a:xfrm>
              <a:custGeom>
                <a:avLst/>
                <a:gdLst>
                  <a:gd name="connsiteX0" fmla="*/ 0 w 77056"/>
                  <a:gd name="connsiteY0" fmla="*/ 6854918 h 6850294"/>
                  <a:gd name="connsiteX1" fmla="*/ 0 w 77056"/>
                  <a:gd name="connsiteY1" fmla="*/ 0 h 6850294"/>
                  <a:gd name="connsiteX2" fmla="*/ 78597 w 77056"/>
                  <a:gd name="connsiteY2" fmla="*/ 0 h 6850294"/>
                  <a:gd name="connsiteX3" fmla="*/ 78597 w 77056"/>
                  <a:gd name="connsiteY3" fmla="*/ 6854918 h 6850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7056" h="6850294">
                    <a:moveTo>
                      <a:pt x="0" y="6854918"/>
                    </a:moveTo>
                    <a:cubicBezTo>
                      <a:pt x="0" y="4570202"/>
                      <a:pt x="0" y="2286257"/>
                      <a:pt x="0" y="0"/>
                    </a:cubicBezTo>
                    <a:cubicBezTo>
                      <a:pt x="25428" y="0"/>
                      <a:pt x="50087" y="0"/>
                      <a:pt x="78597" y="0"/>
                    </a:cubicBezTo>
                    <a:cubicBezTo>
                      <a:pt x="78597" y="2283175"/>
                      <a:pt x="78597" y="4566350"/>
                      <a:pt x="78597" y="6854918"/>
                    </a:cubicBezTo>
                  </a:path>
                </a:pathLst>
              </a:custGeom>
              <a:solidFill>
                <a:schemeClr val="accent1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5" name="Freeform: Shape 60">
                <a:extLst>
                  <a:ext uri="{FF2B5EF4-FFF2-40B4-BE49-F238E27FC236}">
                    <a16:creationId xmlns:a16="http://schemas.microsoft.com/office/drawing/2014/main" id="{7983F9AF-F454-8C29-A2C7-9CB0CE7D2688}"/>
                  </a:ext>
                </a:extLst>
              </p:cNvPr>
              <p:cNvSpPr/>
              <p:nvPr/>
            </p:nvSpPr>
            <p:spPr>
              <a:xfrm>
                <a:off x="6838507" y="2926994"/>
                <a:ext cx="109764" cy="2394576"/>
              </a:xfrm>
              <a:custGeom>
                <a:avLst/>
                <a:gdLst>
                  <a:gd name="connsiteX0" fmla="*/ 0 w 292813"/>
                  <a:gd name="connsiteY0" fmla="*/ 6393351 h 6387957"/>
                  <a:gd name="connsiteX1" fmla="*/ 0 w 292813"/>
                  <a:gd name="connsiteY1" fmla="*/ 0 h 6387957"/>
                  <a:gd name="connsiteX2" fmla="*/ 295125 w 292813"/>
                  <a:gd name="connsiteY2" fmla="*/ 0 h 6387957"/>
                  <a:gd name="connsiteX3" fmla="*/ 295125 w 29281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813" h="6387957">
                    <a:moveTo>
                      <a:pt x="0" y="639335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99403" y="0"/>
                      <a:pt x="196493" y="0"/>
                      <a:pt x="295125" y="0"/>
                    </a:cubicBezTo>
                    <a:cubicBezTo>
                      <a:pt x="295125" y="2132145"/>
                      <a:pt x="295125" y="4261207"/>
                      <a:pt x="295125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6" name="Freeform: Shape 61">
                <a:extLst>
                  <a:ext uri="{FF2B5EF4-FFF2-40B4-BE49-F238E27FC236}">
                    <a16:creationId xmlns:a16="http://schemas.microsoft.com/office/drawing/2014/main" id="{B3CBE993-F860-F0E8-6C96-1F7AD56B65D9}"/>
                  </a:ext>
                </a:extLst>
              </p:cNvPr>
              <p:cNvSpPr/>
              <p:nvPr/>
            </p:nvSpPr>
            <p:spPr>
              <a:xfrm>
                <a:off x="698099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7" name="Freeform: Shape 62">
                <a:extLst>
                  <a:ext uri="{FF2B5EF4-FFF2-40B4-BE49-F238E27FC236}">
                    <a16:creationId xmlns:a16="http://schemas.microsoft.com/office/drawing/2014/main" id="{299343A1-AFDE-6B92-3607-8016D5087B80}"/>
                  </a:ext>
                </a:extLst>
              </p:cNvPr>
              <p:cNvSpPr/>
              <p:nvPr/>
            </p:nvSpPr>
            <p:spPr>
              <a:xfrm>
                <a:off x="7065051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0603"/>
                      <a:pt x="103255" y="4258895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8" name="Freeform: Shape 63">
                <a:extLst>
                  <a:ext uri="{FF2B5EF4-FFF2-40B4-BE49-F238E27FC236}">
                    <a16:creationId xmlns:a16="http://schemas.microsoft.com/office/drawing/2014/main" id="{4021477E-B6CA-5F83-DF35-2AA56FE896E4}"/>
                  </a:ext>
                </a:extLst>
              </p:cNvPr>
              <p:cNvSpPr/>
              <p:nvPr/>
            </p:nvSpPr>
            <p:spPr>
              <a:xfrm>
                <a:off x="6754449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69" name="Freeform: Shape 64">
                <a:extLst>
                  <a:ext uri="{FF2B5EF4-FFF2-40B4-BE49-F238E27FC236}">
                    <a16:creationId xmlns:a16="http://schemas.microsoft.com/office/drawing/2014/main" id="{D16594A7-A99B-1180-D78F-CB42EFDF3DE1}"/>
                  </a:ext>
                </a:extLst>
              </p:cNvPr>
              <p:cNvSpPr/>
              <p:nvPr/>
            </p:nvSpPr>
            <p:spPr>
              <a:xfrm>
                <a:off x="633491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335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3351"/>
                    </a:moveTo>
                    <a:cubicBezTo>
                      <a:pt x="0" y="4262748"/>
                      <a:pt x="0" y="2132915"/>
                      <a:pt x="0" y="0"/>
                    </a:cubicBezTo>
                    <a:cubicBezTo>
                      <a:pt x="33904" y="0"/>
                      <a:pt x="67809" y="0"/>
                      <a:pt x="103255" y="0"/>
                    </a:cubicBezTo>
                    <a:cubicBezTo>
                      <a:pt x="103255" y="2131374"/>
                      <a:pt x="103255" y="4260436"/>
                      <a:pt x="103255" y="639335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Freeform: Shape 65">
                <a:extLst>
                  <a:ext uri="{FF2B5EF4-FFF2-40B4-BE49-F238E27FC236}">
                    <a16:creationId xmlns:a16="http://schemas.microsoft.com/office/drawing/2014/main" id="{63DB5291-A4D7-220A-8CAF-9AB8E2F3E2C0}"/>
                  </a:ext>
                </a:extLst>
              </p:cNvPr>
              <p:cNvSpPr/>
              <p:nvPr/>
            </p:nvSpPr>
            <p:spPr>
              <a:xfrm>
                <a:off x="6159871" y="2926127"/>
                <a:ext cx="37550" cy="2397464"/>
              </a:xfrm>
              <a:custGeom>
                <a:avLst/>
                <a:gdLst>
                  <a:gd name="connsiteX0" fmla="*/ 0 w 100173"/>
                  <a:gd name="connsiteY0" fmla="*/ 6395663 h 6395662"/>
                  <a:gd name="connsiteX1" fmla="*/ 0 w 100173"/>
                  <a:gd name="connsiteY1" fmla="*/ 0 h 6395662"/>
                  <a:gd name="connsiteX2" fmla="*/ 52398 w 100173"/>
                  <a:gd name="connsiteY2" fmla="*/ 0 h 6395662"/>
                  <a:gd name="connsiteX3" fmla="*/ 103255 w 100173"/>
                  <a:gd name="connsiteY3" fmla="*/ 0 h 6395662"/>
                  <a:gd name="connsiteX4" fmla="*/ 103255 w 100173"/>
                  <a:gd name="connsiteY4" fmla="*/ 6395663 h 6395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173" h="6395662">
                    <a:moveTo>
                      <a:pt x="0" y="6395663"/>
                    </a:moveTo>
                    <a:cubicBezTo>
                      <a:pt x="0" y="4265060"/>
                      <a:pt x="0" y="2135227"/>
                      <a:pt x="0" y="0"/>
                    </a:cubicBezTo>
                    <a:cubicBezTo>
                      <a:pt x="17723" y="0"/>
                      <a:pt x="34675" y="0"/>
                      <a:pt x="52398" y="0"/>
                    </a:cubicBezTo>
                    <a:cubicBezTo>
                      <a:pt x="68580" y="0"/>
                      <a:pt x="84762" y="0"/>
                      <a:pt x="103255" y="0"/>
                    </a:cubicBezTo>
                    <a:cubicBezTo>
                      <a:pt x="103255" y="2132915"/>
                      <a:pt x="103255" y="4261977"/>
                      <a:pt x="103255" y="6395663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Freeform: Shape 66">
                <a:extLst>
                  <a:ext uri="{FF2B5EF4-FFF2-40B4-BE49-F238E27FC236}">
                    <a16:creationId xmlns:a16="http://schemas.microsoft.com/office/drawing/2014/main" id="{4DB48000-84D5-F1C8-3061-91B13F4DC2ED}"/>
                  </a:ext>
                </a:extLst>
              </p:cNvPr>
              <p:cNvSpPr/>
              <p:nvPr/>
            </p:nvSpPr>
            <p:spPr>
              <a:xfrm>
                <a:off x="6231712" y="2926127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5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Freeform: Shape 67">
                <a:extLst>
                  <a:ext uri="{FF2B5EF4-FFF2-40B4-BE49-F238E27FC236}">
                    <a16:creationId xmlns:a16="http://schemas.microsoft.com/office/drawing/2014/main" id="{77EA051C-628A-2DB1-EE18-3083FCE89AFD}"/>
                  </a:ext>
                </a:extLst>
              </p:cNvPr>
              <p:cNvSpPr/>
              <p:nvPr/>
            </p:nvSpPr>
            <p:spPr>
              <a:xfrm>
                <a:off x="6598401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207"/>
                      <a:pt x="0" y="2131374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60437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3" name="Freeform: Shape 68">
                <a:extLst>
                  <a:ext uri="{FF2B5EF4-FFF2-40B4-BE49-F238E27FC236}">
                    <a16:creationId xmlns:a16="http://schemas.microsoft.com/office/drawing/2014/main" id="{B23C6D85-FD05-3FB2-551E-F20E9625D1BE}"/>
                  </a:ext>
                </a:extLst>
              </p:cNvPr>
              <p:cNvSpPr/>
              <p:nvPr/>
            </p:nvSpPr>
            <p:spPr>
              <a:xfrm>
                <a:off x="6680669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905" y="0"/>
                      <a:pt x="67810" y="0"/>
                      <a:pt x="103255" y="0"/>
                    </a:cubicBezTo>
                    <a:cubicBezTo>
                      <a:pt x="103255" y="2131374"/>
                      <a:pt x="103255" y="4260436"/>
                      <a:pt x="10325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4" name="Freeform: Shape 69">
                <a:extLst>
                  <a:ext uri="{FF2B5EF4-FFF2-40B4-BE49-F238E27FC236}">
                    <a16:creationId xmlns:a16="http://schemas.microsoft.com/office/drawing/2014/main" id="{8624A334-78B0-C35E-22DC-A940AE84C8C3}"/>
                  </a:ext>
                </a:extLst>
              </p:cNvPr>
              <p:cNvSpPr/>
              <p:nvPr/>
            </p:nvSpPr>
            <p:spPr>
              <a:xfrm>
                <a:off x="6516134" y="2927282"/>
                <a:ext cx="37550" cy="2394576"/>
              </a:xfrm>
              <a:custGeom>
                <a:avLst/>
                <a:gdLst>
                  <a:gd name="connsiteX0" fmla="*/ 0 w 100173"/>
                  <a:gd name="connsiteY0" fmla="*/ 639181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181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181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3134" y="0"/>
                      <a:pt x="67039" y="0"/>
                      <a:pt x="103255" y="0"/>
                    </a:cubicBezTo>
                    <a:cubicBezTo>
                      <a:pt x="103255" y="2130603"/>
                      <a:pt x="103255" y="4260436"/>
                      <a:pt x="103255" y="639181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5" name="Freeform: Shape 70">
                <a:extLst>
                  <a:ext uri="{FF2B5EF4-FFF2-40B4-BE49-F238E27FC236}">
                    <a16:creationId xmlns:a16="http://schemas.microsoft.com/office/drawing/2014/main" id="{E85E6B89-A7E9-016C-695D-47DE6B0ADCCB}"/>
                  </a:ext>
                </a:extLst>
              </p:cNvPr>
              <p:cNvSpPr/>
              <p:nvPr/>
            </p:nvSpPr>
            <p:spPr>
              <a:xfrm>
                <a:off x="6399205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4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6" name="Freeform: Shape 71">
                <a:extLst>
                  <a:ext uri="{FF2B5EF4-FFF2-40B4-BE49-F238E27FC236}">
                    <a16:creationId xmlns:a16="http://schemas.microsoft.com/office/drawing/2014/main" id="{006CF662-0E77-062B-92AF-250093EE554B}"/>
                  </a:ext>
                </a:extLst>
              </p:cNvPr>
              <p:cNvSpPr/>
              <p:nvPr/>
            </p:nvSpPr>
            <p:spPr>
              <a:xfrm>
                <a:off x="5237391" y="2926127"/>
                <a:ext cx="144425" cy="2394576"/>
              </a:xfrm>
              <a:custGeom>
                <a:avLst/>
                <a:gdLst>
                  <a:gd name="connsiteX0" fmla="*/ 0 w 385280"/>
                  <a:gd name="connsiteY0" fmla="*/ 6393351 h 6387957"/>
                  <a:gd name="connsiteX1" fmla="*/ 0 w 385280"/>
                  <a:gd name="connsiteY1" fmla="*/ 0 h 6387957"/>
                  <a:gd name="connsiteX2" fmla="*/ 387593 w 385280"/>
                  <a:gd name="connsiteY2" fmla="*/ 0 h 6387957"/>
                  <a:gd name="connsiteX3" fmla="*/ 387593 w 385280"/>
                  <a:gd name="connsiteY3" fmla="*/ 639335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5280" h="6387957">
                    <a:moveTo>
                      <a:pt x="0" y="6393351"/>
                    </a:moveTo>
                    <a:cubicBezTo>
                      <a:pt x="0" y="4262748"/>
                      <a:pt x="0" y="2132145"/>
                      <a:pt x="0" y="0"/>
                    </a:cubicBezTo>
                    <a:cubicBezTo>
                      <a:pt x="128684" y="0"/>
                      <a:pt x="256597" y="0"/>
                      <a:pt x="387593" y="0"/>
                    </a:cubicBezTo>
                    <a:cubicBezTo>
                      <a:pt x="387593" y="2130603"/>
                      <a:pt x="387593" y="4261207"/>
                      <a:pt x="387593" y="639335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Freeform: Shape 72">
                <a:extLst>
                  <a:ext uri="{FF2B5EF4-FFF2-40B4-BE49-F238E27FC236}">
                    <a16:creationId xmlns:a16="http://schemas.microsoft.com/office/drawing/2014/main" id="{20C1BF6F-8379-B6A2-6AA2-2CF047864178}"/>
                  </a:ext>
                </a:extLst>
              </p:cNvPr>
              <p:cNvSpPr/>
              <p:nvPr/>
            </p:nvSpPr>
            <p:spPr>
              <a:xfrm>
                <a:off x="5123269" y="2926994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7039" y="0"/>
                      <a:pt x="131766" y="0"/>
                      <a:pt x="198805" y="0"/>
                    </a:cubicBezTo>
                    <a:cubicBezTo>
                      <a:pt x="198805" y="2130603"/>
                      <a:pt x="198805" y="4259666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8" name="Freeform: Shape 73">
                <a:extLst>
                  <a:ext uri="{FF2B5EF4-FFF2-40B4-BE49-F238E27FC236}">
                    <a16:creationId xmlns:a16="http://schemas.microsoft.com/office/drawing/2014/main" id="{A0F291B8-47AC-47C4-ABDD-56131F56F901}"/>
                  </a:ext>
                </a:extLst>
              </p:cNvPr>
              <p:cNvSpPr/>
              <p:nvPr/>
            </p:nvSpPr>
            <p:spPr>
              <a:xfrm>
                <a:off x="5611343" y="2927282"/>
                <a:ext cx="72212" cy="2394576"/>
              </a:xfrm>
              <a:custGeom>
                <a:avLst/>
                <a:gdLst>
                  <a:gd name="connsiteX0" fmla="*/ 0 w 192640"/>
                  <a:gd name="connsiteY0" fmla="*/ 6392581 h 6387957"/>
                  <a:gd name="connsiteX1" fmla="*/ 0 w 192640"/>
                  <a:gd name="connsiteY1" fmla="*/ 0 h 6387957"/>
                  <a:gd name="connsiteX2" fmla="*/ 198805 w 192640"/>
                  <a:gd name="connsiteY2" fmla="*/ 0 h 6387957"/>
                  <a:gd name="connsiteX3" fmla="*/ 198805 w 192640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2640" h="6387957">
                    <a:moveTo>
                      <a:pt x="0" y="6392581"/>
                    </a:moveTo>
                    <a:cubicBezTo>
                      <a:pt x="0" y="4261207"/>
                      <a:pt x="0" y="2132145"/>
                      <a:pt x="0" y="0"/>
                    </a:cubicBezTo>
                    <a:cubicBezTo>
                      <a:pt x="66268" y="0"/>
                      <a:pt x="131766" y="0"/>
                      <a:pt x="198805" y="0"/>
                    </a:cubicBezTo>
                    <a:cubicBezTo>
                      <a:pt x="198805" y="2131374"/>
                      <a:pt x="198805" y="4261207"/>
                      <a:pt x="19880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9" name="Freeform: Shape 74">
                <a:extLst>
                  <a:ext uri="{FF2B5EF4-FFF2-40B4-BE49-F238E27FC236}">
                    <a16:creationId xmlns:a16="http://schemas.microsoft.com/office/drawing/2014/main" id="{594AF2B8-5E82-989A-7467-823E248BF990}"/>
                  </a:ext>
                </a:extLst>
              </p:cNvPr>
              <p:cNvSpPr/>
              <p:nvPr/>
            </p:nvSpPr>
            <p:spPr>
              <a:xfrm>
                <a:off x="5407259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10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0" name="Freeform: Shape 75">
                <a:extLst>
                  <a:ext uri="{FF2B5EF4-FFF2-40B4-BE49-F238E27FC236}">
                    <a16:creationId xmlns:a16="http://schemas.microsoft.com/office/drawing/2014/main" id="{739CEEA1-7181-1DDC-5EED-6B402A69BC04}"/>
                  </a:ext>
                </a:extLst>
              </p:cNvPr>
              <p:cNvSpPr/>
              <p:nvPr/>
            </p:nvSpPr>
            <p:spPr>
              <a:xfrm>
                <a:off x="5470252" y="2926994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81" name="Freeform: Shape 76">
                <a:extLst>
                  <a:ext uri="{FF2B5EF4-FFF2-40B4-BE49-F238E27FC236}">
                    <a16:creationId xmlns:a16="http://schemas.microsoft.com/office/drawing/2014/main" id="{DA1598EC-0593-2D9E-6C7F-9FC3D3BA5368}"/>
                  </a:ext>
                </a:extLst>
              </p:cNvPr>
              <p:cNvSpPr/>
              <p:nvPr/>
            </p:nvSpPr>
            <p:spPr>
              <a:xfrm>
                <a:off x="5533244" y="2926127"/>
                <a:ext cx="37550" cy="2394576"/>
              </a:xfrm>
              <a:custGeom>
                <a:avLst/>
                <a:gdLst>
                  <a:gd name="connsiteX0" fmla="*/ 0 w 100173"/>
                  <a:gd name="connsiteY0" fmla="*/ 6392581 h 6387957"/>
                  <a:gd name="connsiteX1" fmla="*/ 0 w 100173"/>
                  <a:gd name="connsiteY1" fmla="*/ 0 h 6387957"/>
                  <a:gd name="connsiteX2" fmla="*/ 103255 w 100173"/>
                  <a:gd name="connsiteY2" fmla="*/ 0 h 6387957"/>
                  <a:gd name="connsiteX3" fmla="*/ 103255 w 100173"/>
                  <a:gd name="connsiteY3" fmla="*/ 6392581 h 638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0173" h="6387957">
                    <a:moveTo>
                      <a:pt x="0" y="6392581"/>
                    </a:moveTo>
                    <a:cubicBezTo>
                      <a:pt x="0" y="4261978"/>
                      <a:pt x="0" y="2132145"/>
                      <a:pt x="0" y="0"/>
                    </a:cubicBezTo>
                    <a:cubicBezTo>
                      <a:pt x="34675" y="0"/>
                      <a:pt x="67809" y="0"/>
                      <a:pt x="103255" y="0"/>
                    </a:cubicBezTo>
                    <a:cubicBezTo>
                      <a:pt x="103255" y="2130603"/>
                      <a:pt x="103255" y="4259666"/>
                      <a:pt x="103255" y="6392581"/>
                    </a:cubicBezTo>
                  </a:path>
                </a:pathLst>
              </a:custGeom>
              <a:solidFill>
                <a:schemeClr val="accent3"/>
              </a:solidFill>
              <a:ln w="7704" cap="flat">
                <a:noFill/>
                <a:prstDash val="solid"/>
                <a:miter/>
              </a:ln>
            </p:spPr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50730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A564BDFD-D74A-5411-0FF3-E865A07B1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CCB68D-6264-3CEE-D928-1182DAC445EB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D862A8-EC26-E7FA-DE40-6AAAE375B2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23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2081439B-8260-7778-836D-3F58D3EF6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BE31C0D-15F0-C61D-E0F3-4DBC6F24B21C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 Flip-Flop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455454-7B30-90A4-9886-0D13FB50869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9A1E12-3A0A-2923-50F6-560948157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25" y="2814918"/>
            <a:ext cx="9008277" cy="3966882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8C8F11-77C2-605C-737D-8CEF50EA69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7000" y="1295400"/>
            <a:ext cx="3429000" cy="1349726"/>
          </a:xfrm>
          <a:prstGeom prst="rect">
            <a:avLst/>
          </a:prstGeom>
          <a:ln w="57150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4106670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A595F6B-DF4F-8476-6CD5-59C76A191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B24A2B-C322-9E71-5787-52F27FF44F84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Table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3F813-7824-DC26-E6ED-A4BB4C72D73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A3507E-8AC5-7AB0-AA79-1572CD908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58659"/>
            <a:ext cx="9144000" cy="4103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399F32-392E-A494-2650-6E09E28C98AD}"/>
              </a:ext>
            </a:extLst>
          </p:cNvPr>
          <p:cNvSpPr txBox="1"/>
          <p:nvPr/>
        </p:nvSpPr>
        <p:spPr>
          <a:xfrm>
            <a:off x="2438400" y="5867400"/>
            <a:ext cx="441960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Qn+1= 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m(1, 4, 5) + 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d(6, 7)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25F5C0-5995-3346-BA3F-388326C8C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400" y="4724400"/>
            <a:ext cx="314369" cy="3143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C57AE8-EE4D-058E-1906-6B69128D0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1399" y="5121043"/>
            <a:ext cx="314369" cy="3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53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0812440A-7D03-F5CF-81D3-FEC8184C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9CE4A6-550B-0002-9A78-540440EFD0CA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Equation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4A593-373C-9E59-1A7F-8BD8B8F9DF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F52CF67-C4B3-00CB-B7CB-8F61D19D9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87" y="1266898"/>
            <a:ext cx="6147794" cy="2739698"/>
          </a:xfrm>
          <a:prstGeom prst="rect">
            <a:avLst/>
          </a:prstGeom>
          <a:ln w="57150">
            <a:solidFill>
              <a:srgbClr val="0070C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135BC4-5B69-176B-1746-6BE3D6D52E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320" y="4501254"/>
            <a:ext cx="3038899" cy="2210108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F96EE9-18C7-96D1-299E-3DF518694C71}"/>
              </a:ext>
            </a:extLst>
          </p:cNvPr>
          <p:cNvSpPr txBox="1"/>
          <p:nvPr/>
        </p:nvSpPr>
        <p:spPr>
          <a:xfrm>
            <a:off x="609600" y="4069259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Table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A7BE29-F15A-D9E8-89AC-4C5FDACE7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799" y="4501254"/>
            <a:ext cx="5196219" cy="2210108"/>
          </a:xfrm>
          <a:prstGeom prst="rect">
            <a:avLst/>
          </a:prstGeom>
          <a:ln w="57150">
            <a:solidFill>
              <a:srgbClr val="C00000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ECC2B8C-FC71-D53B-D68B-52BE3A35F0D3}"/>
              </a:ext>
            </a:extLst>
          </p:cNvPr>
          <p:cNvSpPr txBox="1"/>
          <p:nvPr/>
        </p:nvSpPr>
        <p:spPr>
          <a:xfrm>
            <a:off x="5334000" y="4054294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D6EBA9-F0CB-03B4-959C-03A37AD160DF}"/>
              </a:ext>
            </a:extLst>
          </p:cNvPr>
          <p:cNvSpPr txBox="1"/>
          <p:nvPr/>
        </p:nvSpPr>
        <p:spPr>
          <a:xfrm>
            <a:off x="6538582" y="2051578"/>
            <a:ext cx="2453018" cy="147732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Drawback</a:t>
            </a:r>
          </a:p>
          <a:p>
            <a:pPr algn="ctr"/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b="1" baseline="30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 is Invalid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solve this problem, we will use a </a:t>
            </a:r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 Flip-Flop.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761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EBD7B5D7-6976-A11D-D944-B2288E262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2C41492-18E8-5542-3907-BBAF69DB5355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8258B4-8A3F-E46B-ACD4-7E3DF881C2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C01E06-ED1E-C3DF-E7AB-470AC4428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1" y="1219201"/>
            <a:ext cx="4390332" cy="2209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5BCD54-F700-7503-5C0D-8AEBDF0C1A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5559" y="1219199"/>
            <a:ext cx="4647970" cy="22098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8DC183-C436-C80B-891F-7866F856C1B2}"/>
              </a:ext>
            </a:extLst>
          </p:cNvPr>
          <p:cNvSpPr txBox="1"/>
          <p:nvPr/>
        </p:nvSpPr>
        <p:spPr>
          <a:xfrm>
            <a:off x="1143000" y="3429000"/>
            <a:ext cx="12954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Ans-1: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9841A3-A7B7-E679-FF19-FD5A02EF644C}"/>
              </a:ext>
            </a:extLst>
          </p:cNvPr>
          <p:cNvSpPr txBox="1"/>
          <p:nvPr/>
        </p:nvSpPr>
        <p:spPr>
          <a:xfrm>
            <a:off x="6400800" y="3429000"/>
            <a:ext cx="12954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Ans-2: 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268690-5D4B-6D3F-380F-B38B88E96A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3962401"/>
            <a:ext cx="4410802" cy="19811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3302D2-259D-A32D-B418-A3B9881CC39B}"/>
              </a:ext>
            </a:extLst>
          </p:cNvPr>
          <p:cNvSpPr txBox="1"/>
          <p:nvPr/>
        </p:nvSpPr>
        <p:spPr>
          <a:xfrm>
            <a:off x="1143000" y="6064712"/>
            <a:ext cx="12954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Ans-3: C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EF96D7D-C443-0958-7A98-B4BFE4230E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5558" y="3962400"/>
            <a:ext cx="4647969" cy="16933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464C1B9-62BC-F75C-0B52-9ACEDF5A03FE}"/>
              </a:ext>
            </a:extLst>
          </p:cNvPr>
          <p:cNvSpPr txBox="1"/>
          <p:nvPr/>
        </p:nvSpPr>
        <p:spPr>
          <a:xfrm>
            <a:off x="6705600" y="5935133"/>
            <a:ext cx="129540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Ans-4: C</a:t>
            </a:r>
          </a:p>
        </p:txBody>
      </p:sp>
    </p:spTree>
    <p:extLst>
      <p:ext uri="{BB962C8B-B14F-4D97-AF65-F5344CB8AC3E}">
        <p14:creationId xmlns:p14="http://schemas.microsoft.com/office/powerpoint/2010/main" val="3642540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93317D1-AF4E-196E-FF9C-2F5028C0E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E446FC-19FF-4E8F-5F05-F6C16AD70F4D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J-K Flip-Flop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78DB78-FB7A-AAEE-4C7A-227B7A3894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8ED265-AB0F-B2BA-6D47-1363D602D96E}"/>
              </a:ext>
            </a:extLst>
          </p:cNvPr>
          <p:cNvSpPr txBox="1"/>
          <p:nvPr/>
        </p:nvSpPr>
        <p:spPr>
          <a:xfrm>
            <a:off x="304800" y="1329951"/>
            <a:ext cx="8610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JK flip-flop is a sequential logic circuit used for storing a single bit of information,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named after its inventor, Jack Kilby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two inputs, J and K, which, along with a clock signal, determine the next state of the output (Q). 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set, reset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 toggle its output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 versatile building block for counters and other digital circuits.</a:t>
            </a:r>
          </a:p>
        </p:txBody>
      </p:sp>
      <p:pic>
        <p:nvPicPr>
          <p:cNvPr id="1026" name="Picture 2" descr="Flip Flop Types and Their Truth Tables">
            <a:extLst>
              <a:ext uri="{FF2B5EF4-FFF2-40B4-BE49-F238E27FC236}">
                <a16:creationId xmlns:a16="http://schemas.microsoft.com/office/drawing/2014/main" id="{D4CA04E3-D1C5-1165-DE42-E83795881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962400"/>
            <a:ext cx="5524500" cy="2733675"/>
          </a:xfrm>
          <a:prstGeom prst="rect">
            <a:avLst/>
          </a:prstGeom>
          <a:noFill/>
          <a:ln w="38100">
            <a:solidFill>
              <a:srgbClr val="00B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CB869A-CEB0-2659-E34D-4CA79421A7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933" y="3962399"/>
            <a:ext cx="2867425" cy="2733675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830737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F265F729-1B0A-F2E5-5FD9-13A2C4D4B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3D05FC4-01F3-4514-0EFD-EFD77A1B17C5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AA5E08-57B1-8DDB-B01F-F31BE083CD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1FD95-7450-6A07-1592-BC846D64A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01" y="1747602"/>
            <a:ext cx="4932528" cy="39673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A38BE0-623F-315D-36B7-19FCD319474C}"/>
              </a:ext>
            </a:extLst>
          </p:cNvPr>
          <p:cNvSpPr txBox="1"/>
          <p:nvPr/>
        </p:nvSpPr>
        <p:spPr>
          <a:xfrm>
            <a:off x="5715000" y="1378270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Table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CF0B6E4-AB0E-A286-A851-696AC678C9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599" y="1823802"/>
            <a:ext cx="3950903" cy="26719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A2AA01F-9175-3FD8-C0E1-52825B5645E2}"/>
              </a:ext>
            </a:extLst>
          </p:cNvPr>
          <p:cNvSpPr txBox="1"/>
          <p:nvPr/>
        </p:nvSpPr>
        <p:spPr>
          <a:xfrm>
            <a:off x="990600" y="1447800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2805E5-CD9A-E675-E159-78247E25D314}"/>
              </a:ext>
            </a:extLst>
          </p:cNvPr>
          <p:cNvSpPr txBox="1"/>
          <p:nvPr/>
        </p:nvSpPr>
        <p:spPr>
          <a:xfrm>
            <a:off x="4953000" y="5941367"/>
            <a:ext cx="3733800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Qn+1= 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m(1, 4, 5, 6)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9285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ED4BB6D9-9B1E-4A59-A906-A3A8FE20A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137FB8-2C98-58F0-6771-0D0067B52B08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Equation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9B2DF-2EE3-5029-8F16-B8121D17C7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C10DDE2-E24D-8619-2B7E-94C9AC36D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55" y="1286043"/>
            <a:ext cx="5574491" cy="23784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1BAF02-DA6A-15F0-A2AF-3965E6A29E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447800"/>
            <a:ext cx="2286319" cy="495369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19B774-4333-9775-F6D7-DE62B0BC451C}"/>
              </a:ext>
            </a:extLst>
          </p:cNvPr>
          <p:cNvSpPr txBox="1"/>
          <p:nvPr/>
        </p:nvSpPr>
        <p:spPr>
          <a:xfrm>
            <a:off x="1524000" y="3733800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7A2D6E-EA68-AE95-B38C-4AA43A369ED5}"/>
              </a:ext>
            </a:extLst>
          </p:cNvPr>
          <p:cNvSpPr txBox="1"/>
          <p:nvPr/>
        </p:nvSpPr>
        <p:spPr>
          <a:xfrm>
            <a:off x="4527897" y="5906869"/>
            <a:ext cx="3886200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‘X’ represents that the value of input variable can be either ‘0’ or ‘1’.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A544D2-F0DB-A6F3-8A2E-2E012B84DE6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15" y="4239528"/>
            <a:ext cx="3805518" cy="23784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EC9F5F-6DAD-6E8F-A8BF-C5DBBD41FF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2846" y="3357264"/>
            <a:ext cx="3369732" cy="16973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B829D5E-97A4-8E5B-CE54-ADD74C980F07}"/>
              </a:ext>
            </a:extLst>
          </p:cNvPr>
          <p:cNvSpPr txBox="1"/>
          <p:nvPr/>
        </p:nvSpPr>
        <p:spPr>
          <a:xfrm>
            <a:off x="6182106" y="2886541"/>
            <a:ext cx="235427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</a:p>
        </p:txBody>
      </p:sp>
    </p:spTree>
    <p:extLst>
      <p:ext uri="{BB962C8B-B14F-4D97-AF65-F5344CB8AC3E}">
        <p14:creationId xmlns:p14="http://schemas.microsoft.com/office/powerpoint/2010/main" val="1842159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79B47D75-B04E-98A5-CDD1-3E6994F6C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EE8889-0C2E-043E-8041-BC76B400FF51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Race-Around Condition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DC3FE-2602-9FFA-B70B-2F3FB2B4C9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BD916B-E849-70E4-6F2F-A191418D9AB8}"/>
              </a:ext>
            </a:extLst>
          </p:cNvPr>
          <p:cNvSpPr txBox="1"/>
          <p:nvPr/>
        </p:nvSpPr>
        <p:spPr>
          <a:xfrm>
            <a:off x="256465" y="1329951"/>
            <a:ext cx="4544136" cy="4807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level triggered JK Flip-Flop, when J=K=1, the ON time of the clock is more than the propagation delay of the JK Flip-Flop then the output of the flip-flop may toggle continuously between ‘1’ and ‘0’. This condition is known as the Race Around condition.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3A3A3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issue of Race Around Condition can be resolved using the Master-Slave Flip-Flop.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F27D5D-5B69-48CC-BD15-29CB58146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109" y="1482350"/>
            <a:ext cx="4090105" cy="446125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431485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ACC6B120-B904-A860-DA11-4C3369FA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01D1603-804A-CDA7-8772-AD97BCB42C07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17492-7EB8-FED8-46A1-2A9C41B1B3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C2F2E66-86A3-2421-4AED-C285C8EAFC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601" y="1370930"/>
            <a:ext cx="6992326" cy="480127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04180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9745191B-AB3C-8A92-79D7-9A0A656D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CA2EB89-7AC2-268B-EAED-15608D5BE815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Flip-Flop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A470C-0995-C925-4B83-7112A3414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44B499D-F0FF-7FED-14CE-B17997502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83469"/>
            <a:ext cx="3784600" cy="2114356"/>
          </a:xfrm>
          <a:prstGeom prst="rect">
            <a:avLst/>
          </a:prstGeom>
        </p:spPr>
      </p:pic>
      <p:pic>
        <p:nvPicPr>
          <p:cNvPr id="6146" name="Picture 2" descr="Truth Table D Flip Flop Amazing / Toe Ring Flip Flops">
            <a:extLst>
              <a:ext uri="{FF2B5EF4-FFF2-40B4-BE49-F238E27FC236}">
                <a16:creationId xmlns:a16="http://schemas.microsoft.com/office/drawing/2014/main" id="{37A6BE58-60F2-77DD-DB98-4B303B48A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1685068"/>
            <a:ext cx="2714625" cy="2117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D3E3F1-4866-0735-E2FA-5A220D5C76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4495800"/>
            <a:ext cx="4496427" cy="2076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20F597-7E0F-F44D-DA4D-B5D6456D76C6}"/>
              </a:ext>
            </a:extLst>
          </p:cNvPr>
          <p:cNvSpPr txBox="1"/>
          <p:nvPr/>
        </p:nvSpPr>
        <p:spPr>
          <a:xfrm>
            <a:off x="6019800" y="1298803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B3D0D9-2B25-4921-CA61-23EDE806A583}"/>
              </a:ext>
            </a:extLst>
          </p:cNvPr>
          <p:cNvSpPr txBox="1"/>
          <p:nvPr/>
        </p:nvSpPr>
        <p:spPr>
          <a:xfrm>
            <a:off x="1049867" y="4126468"/>
            <a:ext cx="2874572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Table</a:t>
            </a:r>
          </a:p>
        </p:txBody>
      </p:sp>
      <p:pic>
        <p:nvPicPr>
          <p:cNvPr id="7170" name="Picture 2" descr="D Flip Flop K Map | D Flip Flop Amazing Toggle">
            <a:extLst>
              <a:ext uri="{FF2B5EF4-FFF2-40B4-BE49-F238E27FC236}">
                <a16:creationId xmlns:a16="http://schemas.microsoft.com/office/drawing/2014/main" id="{F920C335-617F-508D-7F2F-715F79F9DA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328873"/>
            <a:ext cx="2611581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6598F3C-27AB-B6A8-4268-CFA900E40818}"/>
              </a:ext>
            </a:extLst>
          </p:cNvPr>
          <p:cNvSpPr txBox="1"/>
          <p:nvPr/>
        </p:nvSpPr>
        <p:spPr>
          <a:xfrm>
            <a:off x="7577667" y="5067530"/>
            <a:ext cx="1261533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Qn+1=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IN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784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8D2778C1-E4DD-A5D9-FB87-A017BFF27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5BCE12-6909-9FF8-C34A-848616919833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B81E6-DB22-D1F1-DF25-C243C81F22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9D1FF3D-745F-4E40-29E9-95DE0797C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41" y="1733149"/>
            <a:ext cx="3567349" cy="21565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5620985-97BD-B9AE-DFD1-3EC65D654C5F}"/>
              </a:ext>
            </a:extLst>
          </p:cNvPr>
          <p:cNvSpPr txBox="1"/>
          <p:nvPr/>
        </p:nvSpPr>
        <p:spPr>
          <a:xfrm>
            <a:off x="1219200" y="1346884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729FFD-665C-864D-0C5F-3AB6F58F61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468" y="1860833"/>
            <a:ext cx="3705742" cy="145752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946EFF-50DC-7D37-47D1-89249DB546C4}"/>
              </a:ext>
            </a:extLst>
          </p:cNvPr>
          <p:cNvSpPr txBox="1"/>
          <p:nvPr/>
        </p:nvSpPr>
        <p:spPr>
          <a:xfrm>
            <a:off x="5410200" y="1372284"/>
            <a:ext cx="235427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</a:p>
        </p:txBody>
      </p:sp>
    </p:spTree>
    <p:extLst>
      <p:ext uri="{BB962C8B-B14F-4D97-AF65-F5344CB8AC3E}">
        <p14:creationId xmlns:p14="http://schemas.microsoft.com/office/powerpoint/2010/main" val="32768781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A6C9153-911A-20B1-F449-F1EABEB76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B2F3F48-306E-5013-4B0E-9777D250DA5A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</a:t>
            </a:r>
            <a:endParaRPr lang="en-US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D017AA-ED9E-2689-4DEF-1DEA0ADC32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8194" name="Picture 2" descr="The T Flip-Flop (Quickstart Tutorial)">
            <a:extLst>
              <a:ext uri="{FF2B5EF4-FFF2-40B4-BE49-F238E27FC236}">
                <a16:creationId xmlns:a16="http://schemas.microsoft.com/office/drawing/2014/main" id="{8A467BF4-12BE-628C-2D43-00D7FB6D2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672" y="1355351"/>
            <a:ext cx="2645396" cy="2073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object 13">
            <a:extLst>
              <a:ext uri="{FF2B5EF4-FFF2-40B4-BE49-F238E27FC236}">
                <a16:creationId xmlns:a16="http://schemas.microsoft.com/office/drawing/2014/main" id="{79C49DAC-309C-5112-076A-EBB43244A3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323846"/>
              </p:ext>
            </p:extLst>
          </p:nvPr>
        </p:nvGraphicFramePr>
        <p:xfrm>
          <a:off x="685800" y="4419600"/>
          <a:ext cx="1904999" cy="1676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30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36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699">
                <a:tc>
                  <a:txBody>
                    <a:bodyPr/>
                    <a:lstStyle/>
                    <a:p>
                      <a:pPr marL="17780" algn="ctr">
                        <a:lnSpc>
                          <a:spcPts val="1650"/>
                        </a:lnSpc>
                      </a:pPr>
                      <a:r>
                        <a:rPr sz="1400" b="1" i="1" spc="-50" dirty="0">
                          <a:latin typeface="Arial"/>
                          <a:cs typeface="Arial"/>
                        </a:rPr>
                        <a:t>Q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  <a:lnB w="9525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650"/>
                        </a:lnSpc>
                      </a:pPr>
                      <a:r>
                        <a:rPr sz="1400" b="1" i="1" spc="-50" dirty="0">
                          <a:latin typeface="Arial"/>
                          <a:cs typeface="Arial"/>
                        </a:rPr>
                        <a:t>T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R w="9525">
                      <a:solidFill>
                        <a:srgbClr val="292934"/>
                      </a:solidFill>
                      <a:prstDash val="solid"/>
                    </a:lnR>
                    <a:lnT w="19050">
                      <a:solidFill>
                        <a:srgbClr val="008000"/>
                      </a:solidFill>
                      <a:prstDash val="solid"/>
                    </a:lnT>
                    <a:lnB w="9525">
                      <a:solidFill>
                        <a:srgbClr val="29293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650"/>
                        </a:lnSpc>
                      </a:pPr>
                      <a:r>
                        <a:rPr sz="1400" b="1" i="1" spc="-10" dirty="0">
                          <a:latin typeface="Arial"/>
                          <a:cs typeface="Arial"/>
                        </a:rPr>
                        <a:t>Q(t+1)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292934"/>
                      </a:solidFill>
                      <a:prstDash val="solid"/>
                    </a:lnL>
                    <a:lnT w="19050">
                      <a:solidFill>
                        <a:srgbClr val="008000"/>
                      </a:solidFill>
                      <a:prstDash val="solid"/>
                    </a:lnT>
                    <a:lnB w="9525">
                      <a:solidFill>
                        <a:srgbClr val="29293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324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9525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0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R w="9525">
                      <a:solidFill>
                        <a:srgbClr val="292934"/>
                      </a:solidFill>
                      <a:prstDash val="solid"/>
                    </a:lnR>
                    <a:lnT w="9525">
                      <a:solidFill>
                        <a:srgbClr val="29293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L w="9525">
                      <a:solidFill>
                        <a:srgbClr val="292934"/>
                      </a:solidFill>
                      <a:prstDash val="solid"/>
                    </a:lnL>
                    <a:lnT w="9525">
                      <a:solidFill>
                        <a:srgbClr val="29293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46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R w="9525">
                      <a:solidFill>
                        <a:srgbClr val="29293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292934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46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0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R w="9525">
                      <a:solidFill>
                        <a:srgbClr val="29293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292934"/>
                      </a:solidFill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675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1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R w="9525">
                      <a:solidFill>
                        <a:srgbClr val="292934"/>
                      </a:solidFill>
                      <a:prstDash val="solid"/>
                    </a:lnR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400" b="1" spc="-50" dirty="0">
                          <a:latin typeface="Arial"/>
                          <a:cs typeface="Arial"/>
                        </a:rPr>
                        <a:t>0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525" marB="0">
                    <a:lnL w="9525">
                      <a:solidFill>
                        <a:srgbClr val="292934"/>
                      </a:solidFill>
                      <a:prstDash val="solid"/>
                    </a:lnL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82C3DC76-6576-CD9B-CCA3-1072CEB35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225" y="1998902"/>
            <a:ext cx="3923170" cy="12071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121C6F-9DCC-8AEF-EDFC-90A08FA04DF0}"/>
              </a:ext>
            </a:extLst>
          </p:cNvPr>
          <p:cNvSpPr txBox="1"/>
          <p:nvPr/>
        </p:nvSpPr>
        <p:spPr>
          <a:xfrm>
            <a:off x="5503200" y="1466920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AE519-4252-1012-D976-E79328DD5B7A}"/>
              </a:ext>
            </a:extLst>
          </p:cNvPr>
          <p:cNvSpPr txBox="1"/>
          <p:nvPr/>
        </p:nvSpPr>
        <p:spPr>
          <a:xfrm>
            <a:off x="228600" y="3927506"/>
            <a:ext cx="2874572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Table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B53765-7500-61BD-F75E-DBD7CD860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3733800"/>
            <a:ext cx="3200400" cy="2566987"/>
          </a:xfrm>
          <a:prstGeom prst="rect">
            <a:avLst/>
          </a:prstGeom>
        </p:spPr>
      </p:pic>
      <p:sp>
        <p:nvSpPr>
          <p:cNvPr id="17" name="object 14">
            <a:extLst>
              <a:ext uri="{FF2B5EF4-FFF2-40B4-BE49-F238E27FC236}">
                <a16:creationId xmlns:a16="http://schemas.microsoft.com/office/drawing/2014/main" id="{2E6D6374-AA4E-10FD-881A-D1EDC4DFF494}"/>
              </a:ext>
            </a:extLst>
          </p:cNvPr>
          <p:cNvSpPr txBox="1"/>
          <p:nvPr/>
        </p:nvSpPr>
        <p:spPr>
          <a:xfrm>
            <a:off x="6537715" y="4727470"/>
            <a:ext cx="2359025" cy="28982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Q(t+1)</a:t>
            </a:r>
            <a:r>
              <a:rPr sz="1800" b="1" i="1" spc="-5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1800" b="1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1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T.Q'</a:t>
            </a:r>
            <a:r>
              <a:rPr sz="1800" b="1" i="1" spc="-45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800" b="1" spc="-3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i="1" spc="-20" dirty="0">
                <a:solidFill>
                  <a:srgbClr val="2929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T'.Q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490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B5038773-0437-8A2B-3804-6841484E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4E1925-F95E-220A-FC1D-4175FC666B34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3A5CE-88D9-2895-CBE3-C7B4CDAEFB5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2E35F4-BDE8-2A7F-41C4-67920FC4FABB}"/>
              </a:ext>
            </a:extLst>
          </p:cNvPr>
          <p:cNvSpPr txBox="1"/>
          <p:nvPr/>
        </p:nvSpPr>
        <p:spPr>
          <a:xfrm>
            <a:off x="1219200" y="1346884"/>
            <a:ext cx="206903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AF5E94-C89C-E811-32DB-CBF1E0F08A0A}"/>
              </a:ext>
            </a:extLst>
          </p:cNvPr>
          <p:cNvSpPr txBox="1"/>
          <p:nvPr/>
        </p:nvSpPr>
        <p:spPr>
          <a:xfrm>
            <a:off x="5410200" y="1372284"/>
            <a:ext cx="2354278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CC67EB-9292-EF29-7066-635663E97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750083"/>
            <a:ext cx="2840818" cy="28408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2DA5386-5517-7BA7-DA24-4A8866939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360" y="2057400"/>
            <a:ext cx="3793958" cy="154782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938111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6360C748-AE56-4DC3-F7D6-ED4BFE86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FDC01B-D379-D0E9-DE9F-181FDD68EAD8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Slave JK-Flip-Flop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6333CA-4FE5-E21F-B314-3EBCD2A921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4102" name="Picture 6" descr="JK Flip-flops">
            <a:extLst>
              <a:ext uri="{FF2B5EF4-FFF2-40B4-BE49-F238E27FC236}">
                <a16:creationId xmlns:a16="http://schemas.microsoft.com/office/drawing/2014/main" id="{0A949E52-34AF-7C1D-991A-E5BF6BD222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6" y="1329951"/>
            <a:ext cx="5207639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74E55893-2931-130C-DDBD-C6EFB8E64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236133"/>
            <a:ext cx="3729110" cy="3326711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338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9E44D7A-AE6C-B116-38AD-3DDF56DD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2D69FF-7511-656A-A24F-79B7D2A6064F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F7FBB-D943-85B0-6756-43E0FCA41B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B5FA3D-885B-8141-64A8-F54A706C09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52600"/>
            <a:ext cx="7010400" cy="4258736"/>
          </a:xfrm>
          <a:prstGeom prst="rect">
            <a:avLst/>
          </a:prstGeom>
          <a:ln w="762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1991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978D2572-FD37-30E4-8AE7-CE339B133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49628D-1AD4-C24D-3609-20C33B4166AE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Register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A1F65-E777-F7FC-5FCC-C6E10D8B51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21C705-0E60-5057-B6E5-8FF1151C66C1}"/>
              </a:ext>
            </a:extLst>
          </p:cNvPr>
          <p:cNvSpPr txBox="1"/>
          <p:nvPr/>
        </p:nvSpPr>
        <p:spPr>
          <a:xfrm>
            <a:off x="304800" y="1219200"/>
            <a:ext cx="85344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 is a 1 bit memory cell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can be used for storing the digital data.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increase the storage capacity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terms of number of bits, 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have to use a group of flip-flop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 group of flip-flop is known as a Register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n-bit register will consist of n number of flip-flop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it is capable of storing an n-bit word.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register is a digital circuit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basic functions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movement.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stored within the registers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transferred with the help of shift registers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Register is a group of flip flops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store multiple bits of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1418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738296DF-3942-49FE-DDF9-AF0BF272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06871-A2E6-D7D6-7F30-7DFA859D7216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F87384-E5E8-11C4-AC04-7A2B020B1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E5DDBA-9CE9-1A4D-BBBB-CD3A148AA1CC}"/>
              </a:ext>
            </a:extLst>
          </p:cNvPr>
          <p:cNvSpPr txBox="1"/>
          <p:nvPr/>
        </p:nvSpPr>
        <p:spPr>
          <a:xfrm>
            <a:off x="304800" y="1304551"/>
            <a:ext cx="8458200" cy="170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 stored in such registers can be made to move within the registers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in/out of the registers </a:t>
            </a:r>
            <a:r>
              <a:rPr 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applying clock pulses.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which will shift the bits to left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called </a:t>
            </a:r>
            <a:r>
              <a:rPr lang="en-US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"Shift left registers".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registers which will shift the bits to right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called </a:t>
            </a: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"Shift right registers".</a:t>
            </a:r>
            <a:endParaRPr lang="en-IN" b="1" dirty="0">
              <a:solidFill>
                <a:srgbClr val="C00000"/>
              </a:solidFill>
            </a:endParaRPr>
          </a:p>
        </p:txBody>
      </p:sp>
      <p:pic>
        <p:nvPicPr>
          <p:cNvPr id="6" name="Picture 2" descr="More Arduino Outputs With 74HC595 Shift Register">
            <a:extLst>
              <a:ext uri="{FF2B5EF4-FFF2-40B4-BE49-F238E27FC236}">
                <a16:creationId xmlns:a16="http://schemas.microsoft.com/office/drawing/2014/main" id="{27289D8B-C924-86CA-E695-82C843736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601" y="3200400"/>
            <a:ext cx="666749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467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0A4BB802-ACC9-A088-CDF9-835497E7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90FE80-ECBB-C77C-F4B2-E976B90AFA50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42E6B-142D-6BBC-9056-5F7F6A96EF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9F461C-2F38-8318-BC01-F848EE86B48A}"/>
              </a:ext>
            </a:extLst>
          </p:cNvPr>
          <p:cNvSpPr txBox="1"/>
          <p:nvPr/>
        </p:nvSpPr>
        <p:spPr>
          <a:xfrm>
            <a:off x="93390" y="1219200"/>
            <a:ext cx="874581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Register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register which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capable of shifting the binary information hold in each Flip-flop to its next Flip-flop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a selected direction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either Left or Right is know as Universal Shift Register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called </a:t>
            </a: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register.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register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can </a:t>
            </a:r>
            <a:r>
              <a:rPr lang="en-IN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the data in both directions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 </a:t>
            </a:r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bi-directional shift register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Shift Register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in and serial out Shift register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(SISO).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 in and Parallel out Shift register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(SIPO).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in and serial out Shift register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(PISO).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in and Parallel out Shift register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(PIPO).</a:t>
            </a:r>
          </a:p>
        </p:txBody>
      </p:sp>
      <p:pic>
        <p:nvPicPr>
          <p:cNvPr id="2050" name="Picture 2" descr="REGISTERS &amp; ITS TYPES - ELECTRICAL ENCYCLOPEDIA">
            <a:extLst>
              <a:ext uri="{FF2B5EF4-FFF2-40B4-BE49-F238E27FC236}">
                <a16:creationId xmlns:a16="http://schemas.microsoft.com/office/drawing/2014/main" id="{40711495-6A96-2947-83A6-6F23EBE10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765" y="3962400"/>
            <a:ext cx="3345846" cy="2209800"/>
          </a:xfrm>
          <a:prstGeom prst="rect">
            <a:avLst/>
          </a:prstGeom>
          <a:noFill/>
          <a:ln w="57150"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9440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A02A0127-E692-E0F2-28BF-2F4CC80CF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BEDF94-2024-9A22-C684-27C64FCAB93C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Movement in Shift Registers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48143-6526-FE94-1BC3-B28568DDE5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1CFAA9-DB25-09D3-43AF-0EC5CFDD5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90" y="1336443"/>
            <a:ext cx="8898210" cy="418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852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CF8B8E2A-8393-FE37-B3E7-E0E78DC8D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E5D5C6-8A00-0F1A-2FFC-43F1A2820811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8836E9-9276-5372-69AC-BA29B14580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2052" name="Picture 4" descr="What is Shift Register? Working, Applications &amp; Types of Shift Registers">
            <a:extLst>
              <a:ext uri="{FF2B5EF4-FFF2-40B4-BE49-F238E27FC236}">
                <a16:creationId xmlns:a16="http://schemas.microsoft.com/office/drawing/2014/main" id="{BC5622C6-BB84-491F-F322-F90CCA11A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421528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Beginner's Guide to the Shift Register in Digital Electronics">
            <a:extLst>
              <a:ext uri="{FF2B5EF4-FFF2-40B4-BE49-F238E27FC236}">
                <a16:creationId xmlns:a16="http://schemas.microsoft.com/office/drawing/2014/main" id="{637650D2-46AE-1402-1FEA-50506CDBB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2" y="4343400"/>
            <a:ext cx="4154328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7542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699780E-3190-5EDA-C9B8-94A4E0996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1A791C8-9AD8-B20F-514C-72375AF5AC2E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(SISO)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5C7C99-EE18-9A06-0579-2E02E3936B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2" name="object 4">
            <a:extLst>
              <a:ext uri="{FF2B5EF4-FFF2-40B4-BE49-F238E27FC236}">
                <a16:creationId xmlns:a16="http://schemas.microsoft.com/office/drawing/2014/main" id="{E1840637-2D89-80D6-432A-12FB19144F3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" y="4004225"/>
            <a:ext cx="8229600" cy="2159508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805EE9F-12FE-2A0E-B706-42A010EDD7AA}"/>
              </a:ext>
            </a:extLst>
          </p:cNvPr>
          <p:cNvSpPr txBox="1"/>
          <p:nvPr/>
        </p:nvSpPr>
        <p:spPr>
          <a:xfrm>
            <a:off x="304800" y="1219200"/>
            <a:ext cx="8610600" cy="24763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55600" indent="-342900" algn="just">
              <a:spcBef>
                <a:spcPts val="600"/>
              </a:spcBef>
              <a:spcAft>
                <a:spcPts val="600"/>
              </a:spcAft>
              <a:buClr>
                <a:srgbClr val="903062"/>
              </a:buClr>
              <a:buSzPct val="93333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2000" b="1" spc="-5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b="1" spc="-1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000" b="1" spc="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2000" b="1" spc="-4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000" b="1" spc="-55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sz="2000" spc="-6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</a:t>
            </a:r>
            <a:r>
              <a:rPr sz="2000" spc="-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sz="2000" b="1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b="1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serially</a:t>
            </a:r>
            <a:r>
              <a:rPr sz="2000" b="1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(one</a:t>
            </a:r>
            <a:r>
              <a:rPr sz="2000" b="1" spc="-5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000" b="1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z="2000" b="1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sz="2000" b="1" spc="-6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cycle)</a:t>
            </a:r>
            <a:r>
              <a:rPr sz="2000" b="1" spc="-4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streams</a:t>
            </a:r>
            <a:r>
              <a:rPr sz="2000" b="1" spc="-6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0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3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</a:t>
            </a:r>
            <a:r>
              <a:rPr sz="2000" b="1" spc="-4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IN" sz="20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20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sz="20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16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000" b="1" spc="-4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sz="2000" b="1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other.</a:t>
            </a:r>
            <a:endParaRPr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 algn="just">
              <a:spcBef>
                <a:spcPts val="600"/>
              </a:spcBef>
              <a:spcAft>
                <a:spcPts val="600"/>
              </a:spcAft>
              <a:buClr>
                <a:srgbClr val="903062"/>
              </a:buClr>
              <a:buSzPct val="93333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sz="2000" spc="-7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2000" b="1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–</a:t>
            </a:r>
            <a:r>
              <a:rPr sz="2000" b="1" spc="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2000" b="1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0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4-bit</a:t>
            </a:r>
            <a:r>
              <a:rPr sz="2000" b="1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000" b="1" spc="-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figure,</a:t>
            </a:r>
            <a:r>
              <a:rPr sz="2000" spc="-2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000" spc="-6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consists</a:t>
            </a:r>
            <a:r>
              <a:rPr sz="2000" spc="-6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</a:t>
            </a:r>
            <a:r>
              <a:rPr sz="2000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flops</a:t>
            </a:r>
            <a:r>
              <a:rPr lang="en-IN"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31750" indent="-342900" algn="just">
              <a:spcBef>
                <a:spcPts val="600"/>
              </a:spcBef>
              <a:spcAft>
                <a:spcPts val="600"/>
              </a:spcAft>
              <a:buClr>
                <a:srgbClr val="903062"/>
              </a:buClr>
              <a:buSzPct val="93333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startup,</a:t>
            </a:r>
            <a:r>
              <a:rPr sz="2000" spc="-19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b="1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000" b="1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b="1" spc="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000" b="1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cleared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2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forcing</a:t>
            </a:r>
            <a:r>
              <a:rPr sz="2000" b="1" spc="-3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2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sz="2000" b="1" spc="-6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000" b="1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</a:t>
            </a:r>
            <a:r>
              <a:rPr sz="2000" b="1" spc="-3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flops</a:t>
            </a:r>
            <a:r>
              <a:rPr sz="20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000" spc="-1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b="1" spc="-5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0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</a:t>
            </a:r>
            <a:r>
              <a:rPr sz="2000" b="1" spc="-6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2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000" b="1" spc="-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serially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000" b="1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000" b="1" spc="-5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a</a:t>
            </a:r>
            <a:r>
              <a:rPr sz="2000" b="1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time.</a:t>
            </a:r>
            <a:endParaRPr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873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E9C5676C-E8B2-CA23-539F-9A70A336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B05E16B-C8A3-58C1-D542-EC49F59B657A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BDE4E2-84BB-C08D-8722-799187D552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2E36BF27-966E-594D-E929-36221AF14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600917"/>
              </p:ext>
            </p:extLst>
          </p:nvPr>
        </p:nvGraphicFramePr>
        <p:xfrm>
          <a:off x="93390" y="4838065"/>
          <a:ext cx="2144348" cy="1120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6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FF1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FF2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07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FF3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58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1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830" algn="ctr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6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object 5">
            <a:extLst>
              <a:ext uri="{FF2B5EF4-FFF2-40B4-BE49-F238E27FC236}">
                <a16:creationId xmlns:a16="http://schemas.microsoft.com/office/drawing/2014/main" id="{E5CBDAAB-6105-51AA-2FCD-0F2A8BD1726F}"/>
              </a:ext>
            </a:extLst>
          </p:cNvPr>
          <p:cNvSpPr txBox="1"/>
          <p:nvPr/>
        </p:nvSpPr>
        <p:spPr>
          <a:xfrm>
            <a:off x="267526" y="4395673"/>
            <a:ext cx="1558925" cy="30035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ill Sans MT"/>
                <a:cs typeface="Gill Sans MT"/>
              </a:rPr>
              <a:t>First</a:t>
            </a:r>
            <a:r>
              <a:rPr sz="1800" spc="-40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clock</a:t>
            </a:r>
            <a:r>
              <a:rPr sz="1800" spc="-35" dirty="0">
                <a:latin typeface="Gill Sans MT"/>
                <a:cs typeface="Gill Sans MT"/>
              </a:rPr>
              <a:t> </a:t>
            </a:r>
            <a:r>
              <a:rPr sz="1800" spc="-10" dirty="0">
                <a:latin typeface="Gill Sans MT"/>
                <a:cs typeface="Gill Sans MT"/>
              </a:rPr>
              <a:t>cycle:</a:t>
            </a:r>
            <a:endParaRPr sz="1800" dirty="0">
              <a:latin typeface="Gill Sans MT"/>
              <a:cs typeface="Gill Sans MT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569763F1-7EF4-D480-F21C-505C1D7458D1}"/>
              </a:ext>
            </a:extLst>
          </p:cNvPr>
          <p:cNvSpPr txBox="1"/>
          <p:nvPr/>
        </p:nvSpPr>
        <p:spPr>
          <a:xfrm>
            <a:off x="2607565" y="4394961"/>
            <a:ext cx="1818005" cy="299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ill Sans MT"/>
                <a:cs typeface="Gill Sans MT"/>
              </a:rPr>
              <a:t>Second</a:t>
            </a:r>
            <a:r>
              <a:rPr sz="1800" spc="-30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clock</a:t>
            </a:r>
            <a:r>
              <a:rPr sz="1800" spc="-15" dirty="0">
                <a:latin typeface="Gill Sans MT"/>
                <a:cs typeface="Gill Sans MT"/>
              </a:rPr>
              <a:t> </a:t>
            </a:r>
            <a:r>
              <a:rPr sz="1800" spc="-10" dirty="0">
                <a:latin typeface="Gill Sans MT"/>
                <a:cs typeface="Gill Sans MT"/>
              </a:rPr>
              <a:t>cycle:</a:t>
            </a:r>
            <a:endParaRPr sz="1800" dirty="0">
              <a:latin typeface="Gill Sans MT"/>
              <a:cs typeface="Gill Sans MT"/>
            </a:endParaRPr>
          </a:p>
        </p:txBody>
      </p:sp>
      <p:sp>
        <p:nvSpPr>
          <p:cNvPr id="9" name="object 7">
            <a:extLst>
              <a:ext uri="{FF2B5EF4-FFF2-40B4-BE49-F238E27FC236}">
                <a16:creationId xmlns:a16="http://schemas.microsoft.com/office/drawing/2014/main" id="{22624670-8FB7-CBBF-BF43-4703CEF8DF25}"/>
              </a:ext>
            </a:extLst>
          </p:cNvPr>
          <p:cNvSpPr txBox="1"/>
          <p:nvPr/>
        </p:nvSpPr>
        <p:spPr>
          <a:xfrm>
            <a:off x="4815333" y="4394961"/>
            <a:ext cx="1653539" cy="299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ill Sans MT"/>
                <a:cs typeface="Gill Sans MT"/>
              </a:rPr>
              <a:t>Third</a:t>
            </a:r>
            <a:r>
              <a:rPr sz="1800" spc="-50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clock</a:t>
            </a:r>
            <a:r>
              <a:rPr sz="1800" spc="-35" dirty="0">
                <a:latin typeface="Gill Sans MT"/>
                <a:cs typeface="Gill Sans MT"/>
              </a:rPr>
              <a:t> </a:t>
            </a:r>
            <a:r>
              <a:rPr sz="1800" spc="-10" dirty="0">
                <a:latin typeface="Gill Sans MT"/>
                <a:cs typeface="Gill Sans MT"/>
              </a:rPr>
              <a:t>cycle:</a:t>
            </a:r>
            <a:endParaRPr sz="1800" dirty="0">
              <a:latin typeface="Gill Sans MT"/>
              <a:cs typeface="Gill Sans MT"/>
            </a:endParaRPr>
          </a:p>
        </p:txBody>
      </p:sp>
      <p:sp>
        <p:nvSpPr>
          <p:cNvPr id="10" name="object 8">
            <a:extLst>
              <a:ext uri="{FF2B5EF4-FFF2-40B4-BE49-F238E27FC236}">
                <a16:creationId xmlns:a16="http://schemas.microsoft.com/office/drawing/2014/main" id="{4ACCACA6-8BD1-64DD-F50C-6E9A3ED33295}"/>
              </a:ext>
            </a:extLst>
          </p:cNvPr>
          <p:cNvSpPr txBox="1"/>
          <p:nvPr/>
        </p:nvSpPr>
        <p:spPr>
          <a:xfrm>
            <a:off x="7092696" y="4394961"/>
            <a:ext cx="1778000" cy="29972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Gill Sans MT"/>
                <a:cs typeface="Gill Sans MT"/>
              </a:rPr>
              <a:t>Fourth</a:t>
            </a:r>
            <a:r>
              <a:rPr sz="1800" spc="-55" dirty="0">
                <a:latin typeface="Gill Sans MT"/>
                <a:cs typeface="Gill Sans MT"/>
              </a:rPr>
              <a:t> </a:t>
            </a:r>
            <a:r>
              <a:rPr sz="1800" dirty="0">
                <a:latin typeface="Gill Sans MT"/>
                <a:cs typeface="Gill Sans MT"/>
              </a:rPr>
              <a:t>clock</a:t>
            </a:r>
            <a:r>
              <a:rPr sz="1800" spc="5" dirty="0">
                <a:latin typeface="Gill Sans MT"/>
                <a:cs typeface="Gill Sans MT"/>
              </a:rPr>
              <a:t> </a:t>
            </a:r>
            <a:r>
              <a:rPr sz="1800" spc="-10" dirty="0">
                <a:latin typeface="Gill Sans MT"/>
                <a:cs typeface="Gill Sans MT"/>
              </a:rPr>
              <a:t>cycle:</a:t>
            </a:r>
            <a:endParaRPr sz="1800" dirty="0">
              <a:latin typeface="Gill Sans MT"/>
              <a:cs typeface="Gill Sans MT"/>
            </a:endParaRPr>
          </a:p>
        </p:txBody>
      </p:sp>
      <p:graphicFrame>
        <p:nvGraphicFramePr>
          <p:cNvPr id="11" name="object 9">
            <a:extLst>
              <a:ext uri="{FF2B5EF4-FFF2-40B4-BE49-F238E27FC236}">
                <a16:creationId xmlns:a16="http://schemas.microsoft.com/office/drawing/2014/main" id="{5E768BF8-FE37-A38D-C2B3-42B64BF4CD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634899"/>
              </p:ext>
            </p:extLst>
          </p:nvPr>
        </p:nvGraphicFramePr>
        <p:xfrm>
          <a:off x="2362201" y="4838065"/>
          <a:ext cx="2133599" cy="110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1815"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FF1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FF2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FF3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1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0F049A37-D3A3-45C7-3FC9-5623AAE0A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789715"/>
              </p:ext>
            </p:extLst>
          </p:nvPr>
        </p:nvGraphicFramePr>
        <p:xfrm>
          <a:off x="4572001" y="4838065"/>
          <a:ext cx="2285999" cy="110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14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1815"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FF1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FF2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FF3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1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1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object 11">
            <a:extLst>
              <a:ext uri="{FF2B5EF4-FFF2-40B4-BE49-F238E27FC236}">
                <a16:creationId xmlns:a16="http://schemas.microsoft.com/office/drawing/2014/main" id="{27E803C0-396D-C5D8-E163-2F10864850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932777"/>
              </p:ext>
            </p:extLst>
          </p:nvPr>
        </p:nvGraphicFramePr>
        <p:xfrm>
          <a:off x="6934201" y="4816221"/>
          <a:ext cx="2189327" cy="11036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7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3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7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1815"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FF0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FF1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FF2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1035"/>
                        </a:spcBef>
                      </a:pPr>
                      <a:r>
                        <a:rPr sz="1800" spc="-25" dirty="0">
                          <a:latin typeface="Gill Sans MT"/>
                          <a:cs typeface="Gill Sans MT"/>
                        </a:rPr>
                        <a:t>FF3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1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815"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1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1</a:t>
                      </a:r>
                      <a:endParaRPr sz="180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0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800" spc="-50" dirty="0">
                          <a:latin typeface="Gill Sans MT"/>
                          <a:cs typeface="Gill Sans MT"/>
                        </a:rPr>
                        <a:t>1</a:t>
                      </a:r>
                      <a:endParaRPr sz="1800" dirty="0">
                        <a:latin typeface="Gill Sans MT"/>
                        <a:cs typeface="Gill Sans MT"/>
                      </a:endParaRPr>
                    </a:p>
                  </a:txBody>
                  <a:tcPr marL="0" marR="0" marT="132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4" name="object 4">
            <a:extLst>
              <a:ext uri="{FF2B5EF4-FFF2-40B4-BE49-F238E27FC236}">
                <a16:creationId xmlns:a16="http://schemas.microsoft.com/office/drawing/2014/main" id="{F72D0585-1CCC-EECD-B3E1-1B7AFB1C5D3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1361237"/>
            <a:ext cx="8153400" cy="22905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CB57BC5-8C62-525E-CD15-8C1CF6919D8F}"/>
              </a:ext>
            </a:extLst>
          </p:cNvPr>
          <p:cNvSpPr txBox="1"/>
          <p:nvPr/>
        </p:nvSpPr>
        <p:spPr>
          <a:xfrm>
            <a:off x="4038600" y="3696116"/>
            <a:ext cx="134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Input: 1101</a:t>
            </a:r>
          </a:p>
        </p:txBody>
      </p:sp>
    </p:spTree>
    <p:extLst>
      <p:ext uri="{BB962C8B-B14F-4D97-AF65-F5344CB8AC3E}">
        <p14:creationId xmlns:p14="http://schemas.microsoft.com/office/powerpoint/2010/main" val="22229321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E4ED1414-456E-1092-0022-64C58D8C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FCC8FAE-5F7D-36A6-9EDC-69007152B53F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(SIPO)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31473-4DEC-5B17-DE7D-CBC2546B6B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2" name="object 3">
            <a:extLst>
              <a:ext uri="{FF2B5EF4-FFF2-40B4-BE49-F238E27FC236}">
                <a16:creationId xmlns:a16="http://schemas.microsoft.com/office/drawing/2014/main" id="{EB44D7FE-FC65-33A2-3338-C4D56E4C0F9C}"/>
              </a:ext>
            </a:extLst>
          </p:cNvPr>
          <p:cNvSpPr txBox="1"/>
          <p:nvPr/>
        </p:nvSpPr>
        <p:spPr>
          <a:xfrm>
            <a:off x="110322" y="1143000"/>
            <a:ext cx="8881277" cy="2220479"/>
          </a:xfrm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317500" marR="5080" indent="-305435" algn="just">
              <a:spcBef>
                <a:spcPts val="600"/>
              </a:spcBef>
              <a:spcAft>
                <a:spcPts val="600"/>
              </a:spcAft>
              <a:buClr>
                <a:srgbClr val="903062"/>
              </a:buClr>
              <a:buSzPct val="9117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</a:t>
            </a:r>
            <a:r>
              <a:rPr sz="2000" b="1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sz="20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b="1" spc="-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000" b="1" spc="-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000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z="20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considering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20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b="1" spc="-3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000" b="1" spc="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sz="20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000" b="1" spc="-4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b="1" spc="-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spc="-1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marR="5080" indent="-305435" algn="just">
              <a:spcBef>
                <a:spcPts val="600"/>
              </a:spcBef>
              <a:spcAft>
                <a:spcPts val="600"/>
              </a:spcAft>
              <a:buClr>
                <a:srgbClr val="903062"/>
              </a:buClr>
              <a:buSzPct val="9117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0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shift</a:t>
            </a:r>
            <a:r>
              <a:rPr sz="20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registers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0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000" b="1" spc="-5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b="1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b="1" spc="-7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r>
              <a:rPr sz="2000" b="1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b="1" spc="-4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b="1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2000" b="1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2000" b="1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b="1" spc="-5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spc="-10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marR="5080" indent="-305435" algn="just">
              <a:spcBef>
                <a:spcPts val="600"/>
              </a:spcBef>
              <a:spcAft>
                <a:spcPts val="600"/>
              </a:spcAft>
              <a:buClr>
                <a:srgbClr val="903062"/>
              </a:buClr>
              <a:buSzPct val="9117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comes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0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 cycle</a:t>
            </a:r>
            <a:r>
              <a:rPr sz="2000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spc="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either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shifted</a:t>
            </a:r>
            <a:r>
              <a:rPr sz="2000" spc="-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replaced</a:t>
            </a:r>
            <a:r>
              <a:rPr sz="20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000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z="2000" b="1" spc="-3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sz="2000" b="1" spc="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2000" b="1" spc="-4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20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2000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spc="-1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4">
            <a:extLst>
              <a:ext uri="{FF2B5EF4-FFF2-40B4-BE49-F238E27FC236}">
                <a16:creationId xmlns:a16="http://schemas.microsoft.com/office/drawing/2014/main" id="{D4641D1F-0BE4-E895-89E1-934551C8688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5500" y="4397519"/>
            <a:ext cx="6857999" cy="2220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467E91-8899-4503-76D7-C7A6E9198B5B}"/>
              </a:ext>
            </a:extLst>
          </p:cNvPr>
          <p:cNvSpPr txBox="1"/>
          <p:nvPr/>
        </p:nvSpPr>
        <p:spPr>
          <a:xfrm>
            <a:off x="12005" y="3363479"/>
            <a:ext cx="8903395" cy="1421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7500" marR="5080" indent="-305435" algn="just">
              <a:lnSpc>
                <a:spcPct val="150000"/>
              </a:lnSpc>
              <a:buClr>
                <a:srgbClr val="903062"/>
              </a:buClr>
              <a:buSzPct val="9117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lang="en-US" sz="20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en-US" sz="20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2000" b="1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en-US" sz="2000" b="1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2000" b="1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20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spc="-2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n-US" sz="2000" b="1" spc="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lang="en-US" sz="2000" b="1" spc="-3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b="1" spc="-2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n-US" sz="20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becomes available</a:t>
            </a:r>
            <a:r>
              <a:rPr lang="en-US" sz="2000" b="1" spc="-3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simultaneously</a:t>
            </a:r>
            <a:r>
              <a:rPr lang="en-US" sz="2000" b="1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0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en-US" sz="2000" b="1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respective</a:t>
            </a:r>
            <a:r>
              <a:rPr lang="en-US" sz="2000" b="1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en-US" sz="2000" b="1" spc="-7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US" sz="2000" b="1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(Q0</a:t>
            </a:r>
            <a:r>
              <a:rPr lang="en-US" sz="2000" b="1" spc="6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 for</a:t>
            </a:r>
            <a:r>
              <a:rPr lang="en-US" sz="2000" b="1" spc="-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000" b="1" spc="-5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4-bit</a:t>
            </a:r>
            <a:r>
              <a:rPr lang="en-US" sz="2000" b="1" spc="-4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lang="en-US" sz="2000" b="1" spc="-4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lang="en-US" sz="2000" b="1" spc="-5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lang="en-US" sz="2000" b="1" spc="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below).</a:t>
            </a:r>
            <a:endParaRPr 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31657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A5ADA374-AC9D-9FCE-3780-9E51751A1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A412BD-F75F-6859-5212-501222E6556D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74A481-A4FC-84A9-B37A-62F598D639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object 5">
            <a:extLst>
              <a:ext uri="{FF2B5EF4-FFF2-40B4-BE49-F238E27FC236}">
                <a16:creationId xmlns:a16="http://schemas.microsoft.com/office/drawing/2014/main" id="{9BD69EFD-2E42-6BD1-569A-420872AFE50F}"/>
              </a:ext>
            </a:extLst>
          </p:cNvPr>
          <p:cNvSpPr txBox="1"/>
          <p:nvPr/>
        </p:nvSpPr>
        <p:spPr>
          <a:xfrm>
            <a:off x="332664" y="1342463"/>
            <a:ext cx="8458200" cy="62709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showing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shifted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IN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below,</a:t>
            </a:r>
            <a:r>
              <a:rPr sz="20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1001.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object 6">
            <a:extLst>
              <a:ext uri="{FF2B5EF4-FFF2-40B4-BE49-F238E27FC236}">
                <a16:creationId xmlns:a16="http://schemas.microsoft.com/office/drawing/2014/main" id="{47761E86-CE2D-B527-F756-DEE2C079D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239169"/>
              </p:ext>
            </p:extLst>
          </p:nvPr>
        </p:nvGraphicFramePr>
        <p:xfrm>
          <a:off x="2362200" y="2209800"/>
          <a:ext cx="4686299" cy="27863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7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Clear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FF0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FF1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FF2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r>
                        <a:rPr sz="1800" b="1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FF3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184"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Clk-1</a:t>
                      </a:r>
                      <a:endParaRPr sz="1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1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Clk-2</a:t>
                      </a:r>
                      <a:endParaRPr sz="17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76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1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Clk-3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1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Clk-4</a:t>
                      </a: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652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15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7790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80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8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7">
            <a:extLst>
              <a:ext uri="{FF2B5EF4-FFF2-40B4-BE49-F238E27FC236}">
                <a16:creationId xmlns:a16="http://schemas.microsoft.com/office/drawing/2014/main" id="{3E303148-263A-E193-4D9C-1329DBBE55CD}"/>
              </a:ext>
            </a:extLst>
          </p:cNvPr>
          <p:cNvSpPr txBox="1"/>
          <p:nvPr/>
        </p:nvSpPr>
        <p:spPr>
          <a:xfrm>
            <a:off x="457200" y="5236418"/>
            <a:ext cx="8333664" cy="6290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sz="20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20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</a:t>
            </a:r>
            <a:r>
              <a:rPr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74HC164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register,</a:t>
            </a:r>
            <a:r>
              <a:rPr sz="20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10621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4CB33C72-4BAA-1BA6-AD58-8E7DE749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B0121F5-4C17-B827-FF51-6CD7F46896EB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(PISO)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4EFE7C-ABE2-7430-2CD3-78A2AF9BC4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2" name="object 4">
            <a:extLst>
              <a:ext uri="{FF2B5EF4-FFF2-40B4-BE49-F238E27FC236}">
                <a16:creationId xmlns:a16="http://schemas.microsoft.com/office/drawing/2014/main" id="{AFA0B077-A02C-3695-25EC-99A9E36D982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95400" y="4648200"/>
            <a:ext cx="7010400" cy="2000212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EA379E8-D0CE-2AD0-9A86-67C67091A0D9}"/>
              </a:ext>
            </a:extLst>
          </p:cNvPr>
          <p:cNvSpPr txBox="1"/>
          <p:nvPr/>
        </p:nvSpPr>
        <p:spPr>
          <a:xfrm>
            <a:off x="190500" y="1143000"/>
            <a:ext cx="8763000" cy="331462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17500" marR="160020" indent="-305435" algn="just">
              <a:lnSpc>
                <a:spcPct val="150000"/>
              </a:lnSpc>
              <a:buClr>
                <a:srgbClr val="903062"/>
              </a:buClr>
              <a:buSzPct val="9166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8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800" b="1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800" b="1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800" b="1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1800" b="1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b="1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sz="1800" b="1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1800" b="1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4-bit</a:t>
            </a:r>
            <a:r>
              <a:rPr sz="18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800" spc="-18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800" b="1" spc="-1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write/shift</a:t>
            </a:r>
            <a:r>
              <a:rPr sz="18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(WS)</a:t>
            </a:r>
            <a:r>
              <a:rPr sz="1800" b="1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8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8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controlling </a:t>
            </a:r>
            <a:r>
              <a:rPr sz="18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sz="1800" b="1" spc="-5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sz="1800" b="1" spc="-1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4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2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1800" b="1" spc="-4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17500" marR="160020" indent="-305435" algn="just">
              <a:lnSpc>
                <a:spcPct val="150000"/>
              </a:lnSpc>
              <a:buClr>
                <a:srgbClr val="903062"/>
              </a:buClr>
              <a:buSzPct val="9166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18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2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sz="1800" b="1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800" b="1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is</a:t>
            </a:r>
            <a:r>
              <a:rPr sz="18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(Write </a:t>
            </a:r>
            <a:r>
              <a:rPr sz="1800" b="1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Mode),</a:t>
            </a:r>
            <a:r>
              <a:rPr sz="1800" b="1" spc="-18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800" b="1" spc="-4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800" b="1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800" b="1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sz="1800" b="1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clocked</a:t>
            </a:r>
            <a:r>
              <a:rPr sz="1800" b="1" spc="-6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b="1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1800" b="1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D0</a:t>
            </a:r>
            <a:r>
              <a:rPr sz="1800" b="1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b="1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</a:t>
            </a:r>
            <a:r>
              <a:rPr sz="18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spc="-25" dirty="0">
              <a:solidFill>
                <a:srgbClr val="3C3C3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marR="160020" indent="-305435" algn="just">
              <a:lnSpc>
                <a:spcPct val="150000"/>
              </a:lnSpc>
              <a:buClr>
                <a:srgbClr val="903062"/>
              </a:buClr>
              <a:buSzPct val="9166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18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18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800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800" spc="-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serially,</a:t>
            </a:r>
            <a:r>
              <a:rPr sz="1800" spc="-1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2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WS</a:t>
            </a:r>
            <a:r>
              <a:rPr sz="1800" b="1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sz="1800" b="1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sz="1800" b="1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b="1" spc="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brought</a:t>
            </a:r>
            <a:r>
              <a:rPr sz="1800" b="1" spc="-6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z="1800" b="1" spc="-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(Shift</a:t>
            </a:r>
            <a:r>
              <a:rPr sz="1800" b="1" spc="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mode)</a:t>
            </a:r>
            <a:r>
              <a:rPr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800" spc="-18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8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1800" b="1" spc="-5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shifts</a:t>
            </a:r>
            <a:r>
              <a:rPr sz="1800" b="1" spc="-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800" b="1" spc="-4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8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800" b="1" spc="-3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clock</a:t>
            </a:r>
            <a:r>
              <a:rPr sz="1800" b="1" spc="-1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indent="-304800" algn="just">
              <a:lnSpc>
                <a:spcPct val="150000"/>
              </a:lnSpc>
              <a:buClr>
                <a:srgbClr val="903062"/>
              </a:buClr>
              <a:buSzPct val="9166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b="1" spc="-5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sz="1800" b="1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sz="1800" b="1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b="1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b="1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sz="1800" b="1" spc="-5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800" b="1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1800" b="1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800" b="1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1800" b="1" spc="-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800" b="1" spc="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b="1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74HC165</a:t>
            </a:r>
            <a:r>
              <a:rPr sz="1800" b="1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sz="1800" b="1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1800" b="1" spc="-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800" b="1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although</a:t>
            </a:r>
            <a:r>
              <a:rPr lang="en-IN"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1800" spc="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1800" b="1" spc="-4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1800" b="1" spc="-1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800" b="1" spc="-1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operated</a:t>
            </a:r>
            <a:r>
              <a:rPr sz="1800" b="1" spc="-3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b="1" spc="-2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b="1" spc="-3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1800" b="1" spc="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b="1" spc="2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800" b="1" spc="-2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</a:t>
            </a:r>
            <a:r>
              <a:rPr sz="1800" b="1" spc="-1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shift</a:t>
            </a:r>
            <a:r>
              <a:rPr sz="1800" b="1" spc="-25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2665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F80D6C20-DF65-96F7-CA53-02B98B62A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45BFFD-9AA8-FDE2-BFD5-61776425FCCF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(PIPO)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980B4-1A1E-B976-90C5-4A10337CE3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2" name="object 4">
            <a:extLst>
              <a:ext uri="{FF2B5EF4-FFF2-40B4-BE49-F238E27FC236}">
                <a16:creationId xmlns:a16="http://schemas.microsoft.com/office/drawing/2014/main" id="{09A2363E-715E-110C-6DA3-EA2CB893550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3900" y="4133118"/>
            <a:ext cx="7696200" cy="238051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EED1BFFF-6C22-5D94-0AD2-93739E356E3E}"/>
              </a:ext>
            </a:extLst>
          </p:cNvPr>
          <p:cNvSpPr txBox="1"/>
          <p:nvPr/>
        </p:nvSpPr>
        <p:spPr>
          <a:xfrm>
            <a:off x="228600" y="1219200"/>
            <a:ext cx="8763000" cy="2609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00" marR="5080" indent="-305435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903062"/>
              </a:buClr>
              <a:buSzPct val="9166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8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8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8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18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1800" b="1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pins</a:t>
            </a:r>
            <a:r>
              <a:rPr sz="1800" b="1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800" b="1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D0</a:t>
            </a:r>
            <a:r>
              <a:rPr sz="1800" b="1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b="1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D3</a:t>
            </a:r>
            <a:r>
              <a:rPr sz="1800" b="1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1800" b="1" spc="-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z="1800" b="1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b="1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800" b="1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1800" b="1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1800" b="1" spc="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sz="18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4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</a:t>
            </a:r>
            <a:r>
              <a:rPr sz="1800" b="1" spc="-1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b="1" spc="-1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clocked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1800" b="1" spc="-5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800" b="1" spc="-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b="1" spc="-3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1800" b="1" spc="-25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800" spc="-18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1800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  <a:r>
              <a:rPr sz="18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spc="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1800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sz="1800" spc="-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sz="18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passed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z="1800" spc="-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corresponding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sz="18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1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(from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Q0</a:t>
            </a:r>
            <a:r>
              <a:rPr sz="1800" spc="-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spc="-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Q3).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17500" indent="-304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rgbClr val="903062"/>
              </a:buClr>
              <a:buSzPct val="91666"/>
              <a:buFont typeface="Wingdings" panose="05000000000000000000" pitchFamily="2" charset="2"/>
              <a:buChar char="Ø"/>
              <a:tabLst>
                <a:tab pos="317500" algn="l"/>
              </a:tabLst>
            </a:pP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74HC195</a:t>
            </a:r>
            <a:r>
              <a:rPr sz="1800" b="1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1800" b="1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800" b="1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b="1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b="1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multipurpose</a:t>
            </a:r>
            <a:r>
              <a:rPr sz="1800" b="1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1800" b="1" spc="-7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</a:t>
            </a:r>
            <a:r>
              <a:rPr sz="1800" b="1" spc="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18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capable</a:t>
            </a:r>
            <a:r>
              <a:rPr sz="1800" spc="-5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sz="18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spc="-3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</a:t>
            </a:r>
            <a:r>
              <a:rPr sz="18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1800" spc="-3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18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</a:t>
            </a:r>
            <a:r>
              <a:rPr sz="1800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described</a:t>
            </a:r>
            <a:r>
              <a:rPr sz="1800" spc="-4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18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1800" spc="-1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8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18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1800" spc="-25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1800" spc="-2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discussed</a:t>
            </a:r>
            <a:r>
              <a:rPr sz="18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sz="1800" spc="-5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</a:t>
            </a:r>
            <a:r>
              <a:rPr sz="1800" spc="-40" dirty="0">
                <a:solidFill>
                  <a:srgbClr val="3C3C3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especially</a:t>
            </a:r>
            <a:r>
              <a:rPr sz="1800" b="1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1800" b="1" spc="-4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800" b="1" spc="-2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sz="1800" b="1" spc="-3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800" b="1" spc="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800" b="1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parallel</a:t>
            </a:r>
            <a:r>
              <a:rPr sz="1800" b="1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sz="1800" b="1" spc="-2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  <a:r>
              <a:rPr sz="1800" b="1" spc="-4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register.</a:t>
            </a:r>
            <a:endParaRPr sz="1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6273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CBDFAE7B-DA8B-D5B7-C942-4ADC6682C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E06D7F1-FBF7-8491-8402-93851CA114A6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A2AA6D-8D58-B835-D001-06C56C5990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F1A522-1AD5-98F5-CF7D-13BFA98C5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44600"/>
            <a:ext cx="9123528" cy="56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588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B8EDFC1F-F3C4-5E95-FA28-53FC8C0E3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00274EE-E6CA-AE39-492C-0B5163A89F79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B20A2-B620-5ACA-DB73-FB0CC7968E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F60401-13A8-2CC8-297A-E483BD204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9201"/>
            <a:ext cx="9144000" cy="2514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FCBC6B-F8AC-817A-71C1-4A11C1CED9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10000"/>
            <a:ext cx="9144000" cy="3060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76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FFAD4B7B-7EDD-1DB3-F34A-25A45C128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64E39DD-C67E-0997-AB6B-819604892ADC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FFF38-983B-F35B-7D21-441E9E9125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D13242-FDCD-31CD-6B05-473908E1E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65446"/>
            <a:ext cx="9144000" cy="470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723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576C6E10-F056-9971-CF8D-632F5A2BD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D70884-A251-85FC-E274-8C083BF77234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48BFA8-98DB-DA76-6D1D-A2E33CBCAF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397531-E411-D467-371B-F0B152B9E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58738"/>
            <a:ext cx="9144000" cy="454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8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110FB6E8-198E-BCFF-2894-26C8B411F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AB2CF73-96D1-C3B8-6D6D-640BD5165214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3AB4DA-B7A2-2E58-A3B4-C4BF178AE6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CE6E7C-4236-5631-96E7-1FA6B9F5F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19200"/>
            <a:ext cx="9144000" cy="563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1DFD5E-3874-17CF-1716-3FA952D91D6D}"/>
              </a:ext>
            </a:extLst>
          </p:cNvPr>
          <p:cNvSpPr txBox="1"/>
          <p:nvPr/>
        </p:nvSpPr>
        <p:spPr>
          <a:xfrm>
            <a:off x="1333500" y="1908483"/>
            <a:ext cx="6477000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Blocks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Classification/Types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Asynchronous (Ripple) Counters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Synchronous (Parallel) Counters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Up/Down Counters 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Decade (BCD), Ring, and Johnson Counters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7608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266D0BC0-3423-8C90-7DAD-8DB843A2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9C7EEFE-23C0-9B83-D9BC-5F3C81255C9C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7E4E71-CCFB-4C79-51AF-06E98FA952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F6A622-4C43-92EA-3922-F777B6963D63}"/>
              </a:ext>
            </a:extLst>
          </p:cNvPr>
          <p:cNvSpPr txBox="1"/>
          <p:nvPr/>
        </p:nvSpPr>
        <p:spPr>
          <a:xfrm>
            <a:off x="342900" y="1236133"/>
            <a:ext cx="84582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logic circuit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counts the number of input pulses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generates output sequences in a specific order.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widely used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systems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applications such as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counting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division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measurement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generation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simple terms, a counter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its state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(binary value)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one each time it receives a clock pulse. 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unique states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represent depends on the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 of flip-flops used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92633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32992EB6-83B8-B9BF-1EBB-7601279B2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CAFDB42-5FA5-CA21-AA1B-068C9263BBBD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5C53E8-509E-8857-6BE9-8274208283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6D4841-C198-4486-23FE-283CC6C7C74F}"/>
              </a:ext>
            </a:extLst>
          </p:cNvPr>
          <p:cNvSpPr txBox="1"/>
          <p:nvPr/>
        </p:nvSpPr>
        <p:spPr>
          <a:xfrm>
            <a:off x="370764" y="1219200"/>
            <a:ext cx="8382000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Functions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Counting Pulses: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records the number of clock pulses or external events.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Generating Sequences: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 predefined binary or coded sequence (e.g., 000 → 001 → 010 → 011 → …).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 Division: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flip-flop in the counter divides the input clock frequency by 2, thus a counter can act as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divider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9197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B382B6E2-32C2-2166-712E-8B21E1E46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7AE223-F51E-8C7D-FFAC-D3A1ADE1E9BC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 Blocks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FB9C0-0907-89B4-C26D-B170A1E521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5A8AE8-02EF-E886-BEB1-DE9708A7AC6C}"/>
              </a:ext>
            </a:extLst>
          </p:cNvPr>
          <p:cNvSpPr txBox="1"/>
          <p:nvPr/>
        </p:nvSpPr>
        <p:spPr>
          <a:xfrm>
            <a:off x="381000" y="1329951"/>
            <a:ext cx="853440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Counters are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sequential logic circuits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meaning their output depends on both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input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states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mainly composed of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flip-flops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(typically JK, T, or D flip-flops).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flip-flop represents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binary bit (0 or 1)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Flip-flops are connected in a specific configuration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(either asynchronous/ripple or synchronous)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form the complete counter circuit.</a:t>
            </a:r>
          </a:p>
        </p:txBody>
      </p:sp>
    </p:spTree>
    <p:extLst>
      <p:ext uri="{BB962C8B-B14F-4D97-AF65-F5344CB8AC3E}">
        <p14:creationId xmlns:p14="http://schemas.microsoft.com/office/powerpoint/2010/main" val="352559506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537D86B3-D88C-BE21-6853-9AD5A3A6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F8AFF0-5AFF-2D87-6C26-959D10249095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(Ripple) Counters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3D7522-B43D-51D5-46A6-7DAF05A89D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5039BF-CC0C-296D-235F-FC3B069CA68F}"/>
              </a:ext>
            </a:extLst>
          </p:cNvPr>
          <p:cNvSpPr txBox="1"/>
          <p:nvPr/>
        </p:nvSpPr>
        <p:spPr>
          <a:xfrm>
            <a:off x="381000" y="1219200"/>
            <a:ext cx="8458200" cy="4345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counter is called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ripple counter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of one flip-flop feed to the clock input of another.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circuits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are allowed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play with the clock.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trailing edge Flip-Flop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flip flops respond to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negative going clock edge.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Flip-Flop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have its input connected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Flip-Flop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have its input connected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the complement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its output.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flip flop divides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incoming clock pulse frequency by a factor of 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17123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8714" y="34544"/>
            <a:ext cx="59632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Classifications</a:t>
            </a:r>
            <a:r>
              <a:rPr spc="-9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Counters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8925" y="981011"/>
            <a:ext cx="8686800" cy="51483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7690" y="887833"/>
            <a:ext cx="8459470" cy="466471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09"/>
              </a:spcBef>
            </a:pPr>
            <a:r>
              <a:rPr sz="3200" b="1" dirty="0">
                <a:latin typeface="Calibri"/>
                <a:cs typeface="Calibri"/>
              </a:rPr>
              <a:t>Asynchronous</a:t>
            </a:r>
            <a:r>
              <a:rPr sz="3200" b="1" spc="-15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Counters</a:t>
            </a:r>
            <a:endParaRPr sz="3200" dirty="0">
              <a:latin typeface="Calibri"/>
              <a:cs typeface="Calibri"/>
            </a:endParaRPr>
          </a:p>
          <a:p>
            <a:pPr marL="755015" marR="33655" indent="-285750" algn="just">
              <a:lnSpc>
                <a:spcPct val="90000"/>
              </a:lnSpc>
              <a:spcBef>
                <a:spcPts val="690"/>
              </a:spcBef>
              <a:buSzPct val="83928"/>
              <a:buFont typeface="Wingdings"/>
              <a:buChar char="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Only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first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flip-</a:t>
            </a:r>
            <a:r>
              <a:rPr sz="2800" dirty="0">
                <a:latin typeface="Calibri"/>
                <a:cs typeface="Calibri"/>
              </a:rPr>
              <a:t>flop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clock. 	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subsequent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flip-</a:t>
            </a:r>
            <a:r>
              <a:rPr sz="2800" dirty="0">
                <a:latin typeface="Calibri"/>
                <a:cs typeface="Calibri"/>
              </a:rPr>
              <a:t>flops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preceding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flip-</a:t>
            </a:r>
            <a:r>
              <a:rPr sz="2800" dirty="0">
                <a:latin typeface="Calibri"/>
                <a:cs typeface="Calibri"/>
              </a:rPr>
              <a:t>flop.means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output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previous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flip- 	</a:t>
            </a:r>
            <a:r>
              <a:rPr sz="2800" dirty="0">
                <a:latin typeface="Calibri"/>
                <a:cs typeface="Calibri"/>
              </a:rPr>
              <a:t>flop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next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flip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flop.</a:t>
            </a:r>
            <a:endParaRPr sz="2800" dirty="0">
              <a:latin typeface="Calibri"/>
              <a:cs typeface="Calibri"/>
            </a:endParaRPr>
          </a:p>
          <a:p>
            <a:pPr marL="755015" marR="100330" indent="-285750" algn="just">
              <a:lnSpc>
                <a:spcPts val="3020"/>
              </a:lnSpc>
              <a:spcBef>
                <a:spcPts val="720"/>
              </a:spcBef>
              <a:buSzPct val="83928"/>
              <a:buFont typeface="Wingdings"/>
              <a:buChar char=""/>
              <a:tabLst>
                <a:tab pos="756285" algn="l"/>
              </a:tabLst>
            </a:pPr>
            <a:r>
              <a:rPr sz="2800" spc="-10" dirty="0">
                <a:latin typeface="Calibri"/>
                <a:cs typeface="Calibri"/>
              </a:rPr>
              <a:t>Asynchronous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counters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slower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synchronous 	counters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delay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pulses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flip-</a:t>
            </a:r>
            <a:r>
              <a:rPr sz="2800" dirty="0">
                <a:latin typeface="Calibri"/>
                <a:cs typeface="Calibri"/>
              </a:rPr>
              <a:t>flop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flip-flop.</a:t>
            </a:r>
            <a:endParaRPr sz="2800" dirty="0">
              <a:latin typeface="Calibri"/>
              <a:cs typeface="Calibri"/>
            </a:endParaRPr>
          </a:p>
          <a:p>
            <a:pPr marL="756285" marR="5080" indent="-287020">
              <a:lnSpc>
                <a:spcPts val="3020"/>
              </a:lnSpc>
              <a:spcBef>
                <a:spcPts val="685"/>
              </a:spcBef>
              <a:buSzPct val="83928"/>
              <a:buFont typeface="Wingdings"/>
              <a:buChar char=""/>
              <a:tabLst>
                <a:tab pos="756285" algn="l"/>
              </a:tabLst>
            </a:pPr>
            <a:r>
              <a:rPr sz="2800" spc="-10" dirty="0">
                <a:latin typeface="Calibri"/>
                <a:cs typeface="Calibri"/>
              </a:rPr>
              <a:t>Asynchronous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counters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called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ripple- counters</a:t>
            </a:r>
            <a:r>
              <a:rPr sz="2800" b="1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pulse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ripples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through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flip-</a:t>
            </a:r>
            <a:r>
              <a:rPr sz="2800" spc="-10" dirty="0">
                <a:latin typeface="Calibri"/>
                <a:cs typeface="Calibri"/>
              </a:rPr>
              <a:t>flops.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0" y="5241925"/>
            <a:ext cx="7551674" cy="16922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267411"/>
            <a:ext cx="37852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Calibri"/>
                <a:cs typeface="Calibri"/>
              </a:rPr>
              <a:t>Synchronous</a:t>
            </a:r>
            <a:r>
              <a:rPr sz="3200" b="1" spc="-180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Counters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4540" y="843787"/>
            <a:ext cx="8003540" cy="403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247015" indent="-287020">
              <a:lnSpc>
                <a:spcPct val="100000"/>
              </a:lnSpc>
              <a:spcBef>
                <a:spcPts val="95"/>
              </a:spcBef>
              <a:buSzPct val="83928"/>
              <a:buFont typeface="Wingdings"/>
              <a:buChar char=""/>
              <a:tabLst>
                <a:tab pos="299085" algn="l"/>
              </a:tabLst>
            </a:pPr>
            <a:r>
              <a:rPr sz="2800" dirty="0">
                <a:latin typeface="Calibri"/>
                <a:cs typeface="Calibri"/>
              </a:rPr>
              <a:t>All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flip-</a:t>
            </a:r>
            <a:r>
              <a:rPr sz="2800" dirty="0">
                <a:latin typeface="Calibri"/>
                <a:cs typeface="Calibri"/>
              </a:rPr>
              <a:t>flops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simultaneously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clock.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flip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flops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</a:t>
            </a:r>
            <a:r>
              <a:rPr sz="2800" spc="-10" dirty="0">
                <a:latin typeface="Calibri"/>
                <a:cs typeface="Calibri"/>
              </a:rPr>
              <a:t>connected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same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external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clock.</a:t>
            </a:r>
            <a:endParaRPr sz="2800" dirty="0">
              <a:latin typeface="Calibri"/>
              <a:cs typeface="Calibri"/>
            </a:endParaRPr>
          </a:p>
          <a:p>
            <a:pPr marL="299085" marR="245745" indent="-287020">
              <a:lnSpc>
                <a:spcPct val="100000"/>
              </a:lnSpc>
              <a:spcBef>
                <a:spcPts val="675"/>
              </a:spcBef>
              <a:buSzPct val="83928"/>
              <a:buFont typeface="Wingdings"/>
              <a:buChar char=""/>
              <a:tabLst>
                <a:tab pos="299085" algn="l"/>
              </a:tabLst>
            </a:pPr>
            <a:r>
              <a:rPr sz="2800" spc="-10" dirty="0">
                <a:latin typeface="Calibri"/>
                <a:cs typeface="Calibri"/>
              </a:rPr>
              <a:t>Synchronous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counters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faster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asynchronous counters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simultaneous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clocking.</a:t>
            </a:r>
            <a:endParaRPr sz="2800" dirty="0">
              <a:latin typeface="Calibri"/>
              <a:cs typeface="Calibri"/>
            </a:endParaRPr>
          </a:p>
          <a:p>
            <a:pPr marL="299085" marR="5080" indent="-287020">
              <a:lnSpc>
                <a:spcPct val="100000"/>
              </a:lnSpc>
              <a:spcBef>
                <a:spcPts val="670"/>
              </a:spcBef>
              <a:buSzPct val="83928"/>
              <a:buFont typeface="Wingdings"/>
              <a:buChar char=""/>
              <a:tabLst>
                <a:tab pos="299085" algn="l"/>
              </a:tabLst>
            </a:pPr>
            <a:r>
              <a:rPr sz="2800" spc="-10" dirty="0">
                <a:latin typeface="Calibri"/>
                <a:cs typeface="Calibri"/>
              </a:rPr>
              <a:t>Synchronous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counters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example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state </a:t>
            </a:r>
            <a:r>
              <a:rPr sz="2800" i="1" dirty="0">
                <a:latin typeface="Calibri"/>
                <a:cs typeface="Calibri"/>
              </a:rPr>
              <a:t>machine</a:t>
            </a:r>
            <a:r>
              <a:rPr sz="2800" i="1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have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transition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rules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moving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those </a:t>
            </a:r>
            <a:r>
              <a:rPr sz="2800" spc="-10" dirty="0">
                <a:latin typeface="Calibri"/>
                <a:cs typeface="Calibri"/>
              </a:rPr>
              <a:t>states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clocked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event.</a:t>
            </a:r>
            <a:endParaRPr sz="28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037" y="4473575"/>
            <a:ext cx="7129399" cy="205105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554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Asynchronous</a:t>
            </a:r>
            <a:r>
              <a:rPr spc="-185" dirty="0"/>
              <a:t> </a:t>
            </a:r>
            <a:r>
              <a:rPr spc="-10" dirty="0"/>
              <a:t>Counters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647109"/>
            <a:ext cx="7677150" cy="280987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2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Asynchronous</a:t>
            </a:r>
            <a:r>
              <a:rPr sz="32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Counter/Ripple</a:t>
            </a:r>
            <a:r>
              <a:rPr sz="3200" b="1" spc="-10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counters</a:t>
            </a:r>
            <a:endParaRPr sz="32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6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can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constructed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several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flip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flops</a:t>
            </a:r>
            <a:endParaRPr sz="28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010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consider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following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arrangement</a:t>
            </a:r>
            <a:endParaRPr sz="2800">
              <a:latin typeface="Calibri"/>
              <a:cs typeface="Calibri"/>
            </a:endParaRPr>
          </a:p>
          <a:p>
            <a:pPr marL="756285" marR="5080" lvl="1" indent="-287020">
              <a:lnSpc>
                <a:spcPct val="110100"/>
              </a:lnSpc>
              <a:spcBef>
                <a:spcPts val="665"/>
              </a:spcBef>
              <a:buFont typeface="Arial MT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with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J</a:t>
            </a:r>
            <a:r>
              <a:rPr sz="2800" i="1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i="1" dirty="0">
                <a:latin typeface="Calibri"/>
                <a:cs typeface="Calibri"/>
              </a:rPr>
              <a:t>K</a:t>
            </a:r>
            <a:r>
              <a:rPr sz="2800" i="1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=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flip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flop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toggles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falling </a:t>
            </a:r>
            <a:r>
              <a:rPr sz="2800" dirty="0">
                <a:latin typeface="Calibri"/>
                <a:cs typeface="Calibri"/>
              </a:rPr>
              <a:t>edge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clock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input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3600" y="4473575"/>
            <a:ext cx="7551674" cy="125253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540" y="4655708"/>
            <a:ext cx="7637145" cy="128460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0365" indent="-342265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380365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stage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toggles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half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frequency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previous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stage</a:t>
            </a:r>
            <a:endParaRPr sz="2000">
              <a:latin typeface="Calibri"/>
              <a:cs typeface="Calibri"/>
            </a:endParaRPr>
          </a:p>
          <a:p>
            <a:pPr marL="781685" lvl="1" indent="-286385">
              <a:lnSpc>
                <a:spcPct val="100000"/>
              </a:lnSpc>
              <a:spcBef>
                <a:spcPts val="540"/>
              </a:spcBef>
              <a:buFont typeface="Arial MT"/>
              <a:buChar char="–"/>
              <a:tabLst>
                <a:tab pos="781685" algn="l"/>
              </a:tabLst>
            </a:pPr>
            <a:r>
              <a:rPr sz="2600" dirty="0">
                <a:latin typeface="Calibri"/>
                <a:cs typeface="Calibri"/>
              </a:rPr>
              <a:t>acts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frequency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divider</a:t>
            </a:r>
            <a:endParaRPr sz="2600">
              <a:latin typeface="Calibri"/>
              <a:cs typeface="Calibri"/>
            </a:endParaRPr>
          </a:p>
          <a:p>
            <a:pPr marL="781685" lvl="1" indent="-286385">
              <a:lnSpc>
                <a:spcPct val="100000"/>
              </a:lnSpc>
              <a:spcBef>
                <a:spcPts val="315"/>
              </a:spcBef>
              <a:buFont typeface="Arial MT"/>
              <a:buChar char="–"/>
              <a:tabLst>
                <a:tab pos="781685" algn="l"/>
              </a:tabLst>
            </a:pPr>
            <a:r>
              <a:rPr sz="2600" dirty="0">
                <a:latin typeface="Calibri"/>
                <a:cs typeface="Calibri"/>
              </a:rPr>
              <a:t>divides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frequency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</a:t>
            </a:r>
            <a:r>
              <a:rPr sz="2550" i="1" baseline="26143" dirty="0">
                <a:latin typeface="Calibri"/>
                <a:cs typeface="Calibri"/>
              </a:rPr>
              <a:t>n</a:t>
            </a:r>
            <a:r>
              <a:rPr sz="2550" i="1" spc="127" baseline="26143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(</a:t>
            </a:r>
            <a:r>
              <a:rPr sz="2600" i="1" dirty="0">
                <a:latin typeface="Calibri"/>
                <a:cs typeface="Calibri"/>
              </a:rPr>
              <a:t>n</a:t>
            </a:r>
            <a:r>
              <a:rPr sz="2600" i="1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stages)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8425" y="1773301"/>
            <a:ext cx="6481699" cy="263994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1683867"/>
            <a:ext cx="8293100" cy="2563495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Application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frequency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divider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Clock</a:t>
            </a:r>
            <a:r>
              <a:rPr sz="32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20" dirty="0">
                <a:solidFill>
                  <a:srgbClr val="0000FF"/>
                </a:solidFill>
                <a:latin typeface="Calibri"/>
                <a:cs typeface="Calibri"/>
              </a:rPr>
              <a:t>generator</a:t>
            </a:r>
            <a:r>
              <a:rPr sz="3200" b="1" spc="-7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for</a:t>
            </a:r>
            <a:r>
              <a:rPr sz="3200" b="1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a</a:t>
            </a:r>
            <a:r>
              <a:rPr sz="3200" b="1" spc="-6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0000FF"/>
                </a:solidFill>
                <a:latin typeface="Calibri"/>
                <a:cs typeface="Calibri"/>
              </a:rPr>
              <a:t>digital</a:t>
            </a:r>
            <a:r>
              <a:rPr sz="3200" b="1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0000FF"/>
                </a:solidFill>
                <a:latin typeface="Calibri"/>
                <a:cs typeface="Calibri"/>
              </a:rPr>
              <a:t>watch</a:t>
            </a:r>
            <a:endParaRPr sz="3200">
              <a:latin typeface="Calibri"/>
              <a:cs typeface="Calibri"/>
            </a:endParaRPr>
          </a:p>
          <a:p>
            <a:pPr marL="756285" marR="5080" indent="-287020">
              <a:lnSpc>
                <a:spcPct val="100000"/>
              </a:lnSpc>
              <a:spcBef>
                <a:spcPts val="690"/>
              </a:spcBef>
            </a:pPr>
            <a:r>
              <a:rPr sz="2800" dirty="0">
                <a:latin typeface="Arial MT"/>
                <a:cs typeface="Arial MT"/>
              </a:rPr>
              <a:t>–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25" dirty="0">
                <a:latin typeface="Calibri"/>
                <a:cs typeface="Calibri"/>
              </a:rPr>
              <a:t>15-</a:t>
            </a:r>
            <a:r>
              <a:rPr sz="2800" dirty="0">
                <a:latin typeface="Calibri"/>
                <a:cs typeface="Calibri"/>
              </a:rPr>
              <a:t>stage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divides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from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crystal </a:t>
            </a:r>
            <a:r>
              <a:rPr sz="2800" dirty="0">
                <a:latin typeface="Calibri"/>
                <a:cs typeface="Calibri"/>
              </a:rPr>
              <a:t>oscillator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32,768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produce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Hz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signal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drive stepper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motor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digital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display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6262" y="4184586"/>
            <a:ext cx="7956550" cy="175107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>
          <a:extLst>
            <a:ext uri="{FF2B5EF4-FFF2-40B4-BE49-F238E27FC236}">
              <a16:creationId xmlns:a16="http://schemas.microsoft.com/office/drawing/2014/main" id="{63B48C6F-C953-DA62-562F-54AE2071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5BDDBA-ED88-DB84-8802-2AEC0A13E5F6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(Parallel) Counters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4005CA-7574-A1AA-5D85-072C1A1E313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04CAE-4470-8429-5E4F-21EE0FAB4567}"/>
              </a:ext>
            </a:extLst>
          </p:cNvPr>
          <p:cNvSpPr txBox="1"/>
          <p:nvPr/>
        </p:nvSpPr>
        <p:spPr>
          <a:xfrm>
            <a:off x="294564" y="1219200"/>
            <a:ext cx="8534400" cy="2037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Counters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so called because the clock input of all the individual flip-flops within the counter are all clocked together at the same time by the same clock signal.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clock signal is directly applied to all Flip flops in a parallel sequence.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1F201E-5635-2B98-B9AD-C158721EB1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4733" y="3581070"/>
            <a:ext cx="6354062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5665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Synchronous</a:t>
            </a:r>
            <a:r>
              <a:rPr spc="-170" dirty="0"/>
              <a:t> </a:t>
            </a:r>
            <a:r>
              <a:rPr spc="-20" dirty="0"/>
              <a:t>(Parallel)</a:t>
            </a:r>
            <a:r>
              <a:rPr spc="-140" dirty="0"/>
              <a:t> </a:t>
            </a:r>
            <a:r>
              <a:rPr spc="-10" dirty="0"/>
              <a:t>Counters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240281"/>
            <a:ext cx="6969759" cy="22352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ts val="2400"/>
              </a:lnSpc>
              <a:spcBef>
                <a:spcPts val="675"/>
              </a:spcBef>
              <a:buSzPct val="120000"/>
              <a:buFont typeface="Wingdings"/>
              <a:buChar char=""/>
              <a:tabLst>
                <a:tab pos="354965" algn="l"/>
              </a:tabLst>
            </a:pPr>
            <a:r>
              <a:rPr sz="2500" spc="-10" dirty="0">
                <a:solidFill>
                  <a:srgbClr val="0000CC"/>
                </a:solidFill>
                <a:latin typeface="Calibri"/>
                <a:cs typeface="Calibri"/>
              </a:rPr>
              <a:t>Synchronous</a:t>
            </a:r>
            <a:r>
              <a:rPr sz="2500" spc="-5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CC"/>
                </a:solidFill>
                <a:latin typeface="Calibri"/>
                <a:cs typeface="Calibri"/>
              </a:rPr>
              <a:t>(parallel)</a:t>
            </a:r>
            <a:r>
              <a:rPr sz="2500" spc="-6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0000CC"/>
                </a:solidFill>
                <a:latin typeface="Calibri"/>
                <a:cs typeface="Calibri"/>
              </a:rPr>
              <a:t>counters</a:t>
            </a:r>
            <a:r>
              <a:rPr sz="2500" spc="-10" dirty="0">
                <a:latin typeface="Calibri"/>
                <a:cs typeface="Calibri"/>
              </a:rPr>
              <a:t>: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flip-</a:t>
            </a:r>
            <a:r>
              <a:rPr sz="2500" dirty="0">
                <a:latin typeface="Calibri"/>
                <a:cs typeface="Calibri"/>
              </a:rPr>
              <a:t>flops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25" dirty="0">
                <a:latin typeface="Calibri"/>
                <a:cs typeface="Calibri"/>
              </a:rPr>
              <a:t>are </a:t>
            </a:r>
            <a:r>
              <a:rPr sz="2500" spc="-10" dirty="0">
                <a:latin typeface="Calibri"/>
                <a:cs typeface="Calibri"/>
              </a:rPr>
              <a:t>clocked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at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same</a:t>
            </a:r>
            <a:r>
              <a:rPr sz="2500" spc="-4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time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by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a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common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clock</a:t>
            </a:r>
            <a:r>
              <a:rPr sz="2500" spc="-5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pulse.</a:t>
            </a:r>
            <a:endParaRPr sz="2500" dirty="0">
              <a:latin typeface="Calibri"/>
              <a:cs typeface="Calibri"/>
            </a:endParaRPr>
          </a:p>
          <a:p>
            <a:pPr marL="354965" marR="102870" indent="-342900">
              <a:lnSpc>
                <a:spcPts val="2400"/>
              </a:lnSpc>
              <a:spcBef>
                <a:spcPts val="1200"/>
              </a:spcBef>
              <a:buSzPct val="120000"/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We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can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design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these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counters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using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the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sequential </a:t>
            </a:r>
            <a:r>
              <a:rPr sz="2500" dirty="0">
                <a:latin typeface="Calibri"/>
                <a:cs typeface="Calibri"/>
              </a:rPr>
              <a:t>logic</a:t>
            </a:r>
            <a:r>
              <a:rPr sz="2500" spc="-8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design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process</a:t>
            </a:r>
          </a:p>
          <a:p>
            <a:pPr marL="354965" marR="19050" indent="-342900">
              <a:lnSpc>
                <a:spcPts val="2400"/>
              </a:lnSpc>
              <a:spcBef>
                <a:spcPts val="1200"/>
              </a:spcBef>
              <a:buSzPct val="120000"/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Example: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2-</a:t>
            </a:r>
            <a:r>
              <a:rPr sz="2500" dirty="0">
                <a:latin typeface="Calibri"/>
                <a:cs typeface="Calibri"/>
              </a:rPr>
              <a:t>bit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synchronous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binary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counter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(using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50" dirty="0">
                <a:latin typeface="Calibri"/>
                <a:cs typeface="Calibri"/>
              </a:rPr>
              <a:t>T </a:t>
            </a:r>
            <a:r>
              <a:rPr sz="2500" spc="-10" dirty="0">
                <a:latin typeface="Calibri"/>
                <a:cs typeface="Calibri"/>
              </a:rPr>
              <a:t>flip-</a:t>
            </a:r>
            <a:r>
              <a:rPr sz="2500" dirty="0">
                <a:latin typeface="Calibri"/>
                <a:cs typeface="Calibri"/>
              </a:rPr>
              <a:t>flops,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JK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flip-</a:t>
            </a:r>
            <a:r>
              <a:rPr sz="2500" dirty="0">
                <a:latin typeface="Calibri"/>
                <a:cs typeface="Calibri"/>
              </a:rPr>
              <a:t>flops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identical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J,K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inputs).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54106" y="4114761"/>
            <a:ext cx="2969895" cy="17780"/>
          </a:xfrm>
          <a:custGeom>
            <a:avLst/>
            <a:gdLst/>
            <a:ahLst/>
            <a:cxnLst/>
            <a:rect l="l" t="t" r="r" b="b"/>
            <a:pathLst>
              <a:path w="2969895" h="17779">
                <a:moveTo>
                  <a:pt x="813066" y="0"/>
                </a:moveTo>
                <a:lnTo>
                  <a:pt x="795756" y="0"/>
                </a:lnTo>
                <a:lnTo>
                  <a:pt x="0" y="0"/>
                </a:lnTo>
                <a:lnTo>
                  <a:pt x="0" y="17462"/>
                </a:lnTo>
                <a:lnTo>
                  <a:pt x="795743" y="17462"/>
                </a:lnTo>
                <a:lnTo>
                  <a:pt x="813066" y="17462"/>
                </a:lnTo>
                <a:lnTo>
                  <a:pt x="813066" y="0"/>
                </a:lnTo>
                <a:close/>
              </a:path>
              <a:path w="2969895" h="17779">
                <a:moveTo>
                  <a:pt x="973975" y="0"/>
                </a:moveTo>
                <a:lnTo>
                  <a:pt x="956665" y="0"/>
                </a:lnTo>
                <a:lnTo>
                  <a:pt x="813079" y="0"/>
                </a:lnTo>
                <a:lnTo>
                  <a:pt x="813079" y="17462"/>
                </a:lnTo>
                <a:lnTo>
                  <a:pt x="956652" y="17462"/>
                </a:lnTo>
                <a:lnTo>
                  <a:pt x="973975" y="17462"/>
                </a:lnTo>
                <a:lnTo>
                  <a:pt x="973975" y="0"/>
                </a:lnTo>
                <a:close/>
              </a:path>
              <a:path w="2969895" h="17779">
                <a:moveTo>
                  <a:pt x="2008987" y="0"/>
                </a:moveTo>
                <a:lnTo>
                  <a:pt x="2008987" y="0"/>
                </a:lnTo>
                <a:lnTo>
                  <a:pt x="973988" y="0"/>
                </a:lnTo>
                <a:lnTo>
                  <a:pt x="973988" y="17462"/>
                </a:lnTo>
                <a:lnTo>
                  <a:pt x="2008987" y="17462"/>
                </a:lnTo>
                <a:lnTo>
                  <a:pt x="2008987" y="0"/>
                </a:lnTo>
                <a:close/>
              </a:path>
              <a:path w="2969895" h="17779">
                <a:moveTo>
                  <a:pt x="2969806" y="0"/>
                </a:moveTo>
                <a:lnTo>
                  <a:pt x="2009051" y="0"/>
                </a:lnTo>
                <a:lnTo>
                  <a:pt x="2009051" y="17462"/>
                </a:lnTo>
                <a:lnTo>
                  <a:pt x="2969806" y="17462"/>
                </a:lnTo>
                <a:lnTo>
                  <a:pt x="2969806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24214" y="4087898"/>
            <a:ext cx="650875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5730" marR="5080" indent="-113664">
              <a:lnSpc>
                <a:spcPct val="108700"/>
              </a:lnSpc>
              <a:spcBef>
                <a:spcPts val="100"/>
              </a:spcBef>
            </a:pPr>
            <a:r>
              <a:rPr sz="1350" b="1" spc="-10" dirty="0">
                <a:latin typeface="Arial"/>
                <a:cs typeface="Arial"/>
              </a:rPr>
              <a:t>Present state</a:t>
            </a:r>
            <a:endParaRPr sz="13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32980" y="4087898"/>
            <a:ext cx="424180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0">
              <a:lnSpc>
                <a:spcPct val="108700"/>
              </a:lnSpc>
              <a:spcBef>
                <a:spcPts val="100"/>
              </a:spcBef>
            </a:pPr>
            <a:r>
              <a:rPr sz="1350" b="1" spc="-20" dirty="0">
                <a:latin typeface="Arial"/>
                <a:cs typeface="Arial"/>
              </a:rPr>
              <a:t>Next state</a:t>
            </a:r>
            <a:endParaRPr sz="13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5285" y="4087898"/>
            <a:ext cx="694055" cy="473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170" marR="5080" indent="-78105">
              <a:lnSpc>
                <a:spcPct val="108700"/>
              </a:lnSpc>
              <a:spcBef>
                <a:spcPts val="100"/>
              </a:spcBef>
            </a:pPr>
            <a:r>
              <a:rPr sz="1350" b="1" spc="-10" dirty="0">
                <a:latin typeface="Arial"/>
                <a:cs typeface="Arial"/>
              </a:rPr>
              <a:t>Flip-</a:t>
            </a:r>
            <a:r>
              <a:rPr sz="1350" b="1" spc="-20" dirty="0">
                <a:latin typeface="Arial"/>
                <a:cs typeface="Arial"/>
              </a:rPr>
              <a:t>flop </a:t>
            </a:r>
            <a:r>
              <a:rPr sz="1350" b="1" spc="-10" dirty="0">
                <a:latin typeface="Arial"/>
                <a:cs typeface="Arial"/>
              </a:rPr>
              <a:t>inputs</a:t>
            </a:r>
            <a:endParaRPr sz="13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11210" y="4658634"/>
            <a:ext cx="958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800080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45870" y="4658634"/>
            <a:ext cx="95885" cy="17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solidFill>
                  <a:srgbClr val="008000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343400" y="4572000"/>
          <a:ext cx="2967989" cy="10255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51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78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79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24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4800">
                <a:tc gridSpan="2"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80"/>
                        </a:spcBef>
                        <a:tabLst>
                          <a:tab pos="497205" algn="l"/>
                        </a:tabLst>
                      </a:pPr>
                      <a:r>
                        <a:rPr sz="1500" b="1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500" b="1" spc="-37" baseline="-11111" dirty="0"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baseline="-11111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1500" b="1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500" b="1" spc="-37" baseline="-11111" dirty="0">
                          <a:latin typeface="Arial"/>
                          <a:cs typeface="Arial"/>
                        </a:rPr>
                        <a:t>0</a:t>
                      </a:r>
                      <a:endParaRPr sz="1500" baseline="-11111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155"/>
                        </a:lnSpc>
                      </a:pPr>
                      <a:r>
                        <a:rPr sz="2250" b="1" i="1" baseline="-25925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250" b="1" i="1" spc="202" baseline="-25925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55"/>
                        </a:lnSpc>
                      </a:pPr>
                      <a:r>
                        <a:rPr sz="2250" b="1" i="1" baseline="-2592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2250" b="1" i="1" spc="202" baseline="-2592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80"/>
                        </a:spcBef>
                        <a:tabLst>
                          <a:tab pos="509270" algn="l"/>
                        </a:tabLst>
                      </a:pPr>
                      <a:r>
                        <a:rPr sz="1500" b="1" i="1" spc="-25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1500" b="1" spc="-37" baseline="-11111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baseline="-11111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500" b="1" i="1" spc="-2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1500" b="1" spc="-37" baseline="-11111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 baseline="-11111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9525" algn="ctr">
                        <a:lnSpc>
                          <a:spcPts val="163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63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ts val="163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63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364490">
                        <a:lnSpc>
                          <a:spcPts val="163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63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9525" algn="ctr">
                        <a:lnSpc>
                          <a:spcPts val="171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71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ts val="171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71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4490">
                        <a:lnSpc>
                          <a:spcPts val="171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71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9525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 gridSpan="2">
                  <a:txBody>
                    <a:bodyPr/>
                    <a:lstStyle/>
                    <a:p>
                      <a:pPr marL="364490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341414" y="5575164"/>
            <a:ext cx="299529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51180" algn="l"/>
                <a:tab pos="1134110" algn="l"/>
                <a:tab pos="1569085" algn="l"/>
                <a:tab pos="2195195" algn="l"/>
                <a:tab pos="2682240" algn="l"/>
                <a:tab pos="2981960" algn="l"/>
              </a:tabLst>
            </a:pPr>
            <a:r>
              <a:rPr sz="1500" b="1" u="sng" spc="140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  </a:t>
            </a:r>
            <a:r>
              <a:rPr sz="1500" b="1" u="sng" spc="-50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1</a:t>
            </a:r>
            <a:r>
              <a:rPr sz="1500" b="1" u="sng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1</a:t>
            </a:r>
            <a:r>
              <a:rPr sz="1500" b="1" u="sng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solidFill>
                  <a:srgbClr val="80008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0</a:t>
            </a:r>
            <a:r>
              <a:rPr sz="1500" b="1" u="sng" dirty="0">
                <a:solidFill>
                  <a:srgbClr val="80008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0</a:t>
            </a:r>
            <a:r>
              <a:rPr sz="1500" b="1" u="sng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solidFill>
                  <a:srgbClr val="80008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1</a:t>
            </a:r>
            <a:r>
              <a:rPr sz="1500" b="1" u="sng" dirty="0">
                <a:solidFill>
                  <a:srgbClr val="80008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1</a:t>
            </a:r>
            <a:r>
              <a:rPr sz="1500" b="1" u="sng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05226" y="44196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0" y="190500"/>
                </a:moveTo>
                <a:lnTo>
                  <a:pt x="5656" y="146837"/>
                </a:lnTo>
                <a:lnTo>
                  <a:pt x="21769" y="106746"/>
                </a:lnTo>
                <a:lnTo>
                  <a:pt x="47056" y="71374"/>
                </a:lnTo>
                <a:lnTo>
                  <a:pt x="80231" y="41867"/>
                </a:lnTo>
                <a:lnTo>
                  <a:pt x="120011" y="19372"/>
                </a:lnTo>
                <a:lnTo>
                  <a:pt x="165111" y="5034"/>
                </a:lnTo>
                <a:lnTo>
                  <a:pt x="214249" y="0"/>
                </a:lnTo>
                <a:lnTo>
                  <a:pt x="263393" y="5034"/>
                </a:lnTo>
                <a:lnTo>
                  <a:pt x="308511" y="19372"/>
                </a:lnTo>
                <a:lnTo>
                  <a:pt x="348316" y="41867"/>
                </a:lnTo>
                <a:lnTo>
                  <a:pt x="381518" y="71374"/>
                </a:lnTo>
                <a:lnTo>
                  <a:pt x="406829" y="106746"/>
                </a:lnTo>
                <a:lnTo>
                  <a:pt x="422961" y="146837"/>
                </a:lnTo>
                <a:lnTo>
                  <a:pt x="428625" y="190500"/>
                </a:lnTo>
                <a:lnTo>
                  <a:pt x="422961" y="234162"/>
                </a:lnTo>
                <a:lnTo>
                  <a:pt x="406829" y="274253"/>
                </a:lnTo>
                <a:lnTo>
                  <a:pt x="381518" y="309625"/>
                </a:lnTo>
                <a:lnTo>
                  <a:pt x="348316" y="339132"/>
                </a:lnTo>
                <a:lnTo>
                  <a:pt x="308511" y="361627"/>
                </a:lnTo>
                <a:lnTo>
                  <a:pt x="263393" y="375965"/>
                </a:lnTo>
                <a:lnTo>
                  <a:pt x="214249" y="381000"/>
                </a:lnTo>
                <a:lnTo>
                  <a:pt x="165111" y="375965"/>
                </a:lnTo>
                <a:lnTo>
                  <a:pt x="120011" y="361627"/>
                </a:lnTo>
                <a:lnTo>
                  <a:pt x="80231" y="339132"/>
                </a:lnTo>
                <a:lnTo>
                  <a:pt x="47056" y="309625"/>
                </a:lnTo>
                <a:lnTo>
                  <a:pt x="21769" y="274253"/>
                </a:lnTo>
                <a:lnTo>
                  <a:pt x="5656" y="234162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255645" y="446049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01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81250" y="4410075"/>
            <a:ext cx="1062355" cy="695325"/>
            <a:chOff x="2381250" y="4410075"/>
            <a:chExt cx="1062355" cy="695325"/>
          </a:xfrm>
        </p:grpSpPr>
        <p:sp>
          <p:nvSpPr>
            <p:cNvPr id="15" name="object 15"/>
            <p:cNvSpPr/>
            <p:nvPr/>
          </p:nvSpPr>
          <p:spPr>
            <a:xfrm>
              <a:off x="3367024" y="48006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28575" y="228600"/>
                  </a:move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28575" y="241300"/>
                  </a:lnTo>
                  <a:lnTo>
                    <a:pt x="28575" y="228600"/>
                  </a:lnTo>
                  <a:close/>
                </a:path>
                <a:path w="76200" h="304800">
                  <a:moveTo>
                    <a:pt x="47625" y="0"/>
                  </a:moveTo>
                  <a:lnTo>
                    <a:pt x="28575" y="0"/>
                  </a:lnTo>
                  <a:lnTo>
                    <a:pt x="28575" y="241300"/>
                  </a:lnTo>
                  <a:lnTo>
                    <a:pt x="47625" y="241300"/>
                  </a:lnTo>
                  <a:lnTo>
                    <a:pt x="47625" y="0"/>
                  </a:lnTo>
                  <a:close/>
                </a:path>
                <a:path w="76200" h="304800">
                  <a:moveTo>
                    <a:pt x="76200" y="228600"/>
                  </a:moveTo>
                  <a:lnTo>
                    <a:pt x="47625" y="228600"/>
                  </a:lnTo>
                  <a:lnTo>
                    <a:pt x="47625" y="2413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90775" y="4419600"/>
              <a:ext cx="428625" cy="381000"/>
            </a:xfrm>
            <a:custGeom>
              <a:avLst/>
              <a:gdLst/>
              <a:ahLst/>
              <a:cxnLst/>
              <a:rect l="l" t="t" r="r" b="b"/>
              <a:pathLst>
                <a:path w="428625" h="381000">
                  <a:moveTo>
                    <a:pt x="0" y="190500"/>
                  </a:moveTo>
                  <a:lnTo>
                    <a:pt x="5663" y="146837"/>
                  </a:lnTo>
                  <a:lnTo>
                    <a:pt x="21795" y="106746"/>
                  </a:lnTo>
                  <a:lnTo>
                    <a:pt x="47106" y="71374"/>
                  </a:lnTo>
                  <a:lnTo>
                    <a:pt x="80308" y="41867"/>
                  </a:lnTo>
                  <a:lnTo>
                    <a:pt x="120113" y="19372"/>
                  </a:lnTo>
                  <a:lnTo>
                    <a:pt x="165231" y="5034"/>
                  </a:lnTo>
                  <a:lnTo>
                    <a:pt x="214375" y="0"/>
                  </a:lnTo>
                  <a:lnTo>
                    <a:pt x="263473" y="5034"/>
                  </a:lnTo>
                  <a:lnTo>
                    <a:pt x="308558" y="19372"/>
                  </a:lnTo>
                  <a:lnTo>
                    <a:pt x="348340" y="41867"/>
                  </a:lnTo>
                  <a:lnTo>
                    <a:pt x="381528" y="71374"/>
                  </a:lnTo>
                  <a:lnTo>
                    <a:pt x="406832" y="106746"/>
                  </a:lnTo>
                  <a:lnTo>
                    <a:pt x="422961" y="146837"/>
                  </a:lnTo>
                  <a:lnTo>
                    <a:pt x="428625" y="190500"/>
                  </a:lnTo>
                  <a:lnTo>
                    <a:pt x="422961" y="234162"/>
                  </a:lnTo>
                  <a:lnTo>
                    <a:pt x="406832" y="274253"/>
                  </a:lnTo>
                  <a:lnTo>
                    <a:pt x="381528" y="309625"/>
                  </a:lnTo>
                  <a:lnTo>
                    <a:pt x="348340" y="339132"/>
                  </a:lnTo>
                  <a:lnTo>
                    <a:pt x="308558" y="361627"/>
                  </a:lnTo>
                  <a:lnTo>
                    <a:pt x="263473" y="375965"/>
                  </a:lnTo>
                  <a:lnTo>
                    <a:pt x="214375" y="381000"/>
                  </a:lnTo>
                  <a:lnTo>
                    <a:pt x="165231" y="375965"/>
                  </a:lnTo>
                  <a:lnTo>
                    <a:pt x="120113" y="361627"/>
                  </a:lnTo>
                  <a:lnTo>
                    <a:pt x="80308" y="339132"/>
                  </a:lnTo>
                  <a:lnTo>
                    <a:pt x="47106" y="309625"/>
                  </a:lnTo>
                  <a:lnTo>
                    <a:pt x="21795" y="274253"/>
                  </a:lnTo>
                  <a:lnTo>
                    <a:pt x="5663" y="234162"/>
                  </a:lnTo>
                  <a:lnTo>
                    <a:pt x="0" y="1905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441194" y="446049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05226" y="5105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0" y="190500"/>
                </a:moveTo>
                <a:lnTo>
                  <a:pt x="5656" y="146837"/>
                </a:lnTo>
                <a:lnTo>
                  <a:pt x="21769" y="106746"/>
                </a:lnTo>
                <a:lnTo>
                  <a:pt x="47056" y="71374"/>
                </a:lnTo>
                <a:lnTo>
                  <a:pt x="80231" y="41867"/>
                </a:lnTo>
                <a:lnTo>
                  <a:pt x="120011" y="19372"/>
                </a:lnTo>
                <a:lnTo>
                  <a:pt x="165111" y="5034"/>
                </a:lnTo>
                <a:lnTo>
                  <a:pt x="214249" y="0"/>
                </a:lnTo>
                <a:lnTo>
                  <a:pt x="263393" y="5034"/>
                </a:lnTo>
                <a:lnTo>
                  <a:pt x="308511" y="19372"/>
                </a:lnTo>
                <a:lnTo>
                  <a:pt x="348316" y="41867"/>
                </a:lnTo>
                <a:lnTo>
                  <a:pt x="381518" y="71374"/>
                </a:lnTo>
                <a:lnTo>
                  <a:pt x="406829" y="106746"/>
                </a:lnTo>
                <a:lnTo>
                  <a:pt x="422961" y="146837"/>
                </a:lnTo>
                <a:lnTo>
                  <a:pt x="428625" y="190500"/>
                </a:lnTo>
                <a:lnTo>
                  <a:pt x="422961" y="234162"/>
                </a:lnTo>
                <a:lnTo>
                  <a:pt x="406829" y="274253"/>
                </a:lnTo>
                <a:lnTo>
                  <a:pt x="381518" y="309625"/>
                </a:lnTo>
                <a:lnTo>
                  <a:pt x="348316" y="339132"/>
                </a:lnTo>
                <a:lnTo>
                  <a:pt x="308511" y="361627"/>
                </a:lnTo>
                <a:lnTo>
                  <a:pt x="263393" y="375965"/>
                </a:lnTo>
                <a:lnTo>
                  <a:pt x="214249" y="381000"/>
                </a:lnTo>
                <a:lnTo>
                  <a:pt x="165111" y="375965"/>
                </a:lnTo>
                <a:lnTo>
                  <a:pt x="120011" y="361627"/>
                </a:lnTo>
                <a:lnTo>
                  <a:pt x="80231" y="339132"/>
                </a:lnTo>
                <a:lnTo>
                  <a:pt x="47056" y="309625"/>
                </a:lnTo>
                <a:lnTo>
                  <a:pt x="21769" y="274253"/>
                </a:lnTo>
                <a:lnTo>
                  <a:pt x="5656" y="234162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55645" y="514629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90775" y="5105400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0" y="190500"/>
                </a:moveTo>
                <a:lnTo>
                  <a:pt x="5663" y="146837"/>
                </a:lnTo>
                <a:lnTo>
                  <a:pt x="21795" y="106746"/>
                </a:lnTo>
                <a:lnTo>
                  <a:pt x="47106" y="71374"/>
                </a:lnTo>
                <a:lnTo>
                  <a:pt x="80308" y="41867"/>
                </a:lnTo>
                <a:lnTo>
                  <a:pt x="120113" y="19372"/>
                </a:lnTo>
                <a:lnTo>
                  <a:pt x="165231" y="5034"/>
                </a:lnTo>
                <a:lnTo>
                  <a:pt x="214375" y="0"/>
                </a:lnTo>
                <a:lnTo>
                  <a:pt x="263473" y="5034"/>
                </a:lnTo>
                <a:lnTo>
                  <a:pt x="308558" y="19372"/>
                </a:lnTo>
                <a:lnTo>
                  <a:pt x="348340" y="41867"/>
                </a:lnTo>
                <a:lnTo>
                  <a:pt x="381528" y="71374"/>
                </a:lnTo>
                <a:lnTo>
                  <a:pt x="406832" y="106746"/>
                </a:lnTo>
                <a:lnTo>
                  <a:pt x="422961" y="146837"/>
                </a:lnTo>
                <a:lnTo>
                  <a:pt x="428625" y="190500"/>
                </a:lnTo>
                <a:lnTo>
                  <a:pt x="422961" y="234162"/>
                </a:lnTo>
                <a:lnTo>
                  <a:pt x="406832" y="274253"/>
                </a:lnTo>
                <a:lnTo>
                  <a:pt x="381528" y="309625"/>
                </a:lnTo>
                <a:lnTo>
                  <a:pt x="348340" y="339132"/>
                </a:lnTo>
                <a:lnTo>
                  <a:pt x="308558" y="361627"/>
                </a:lnTo>
                <a:lnTo>
                  <a:pt x="263473" y="375965"/>
                </a:lnTo>
                <a:lnTo>
                  <a:pt x="214375" y="381000"/>
                </a:lnTo>
                <a:lnTo>
                  <a:pt x="165231" y="375965"/>
                </a:lnTo>
                <a:lnTo>
                  <a:pt x="120113" y="361627"/>
                </a:lnTo>
                <a:lnTo>
                  <a:pt x="80308" y="339132"/>
                </a:lnTo>
                <a:lnTo>
                  <a:pt x="47106" y="309625"/>
                </a:lnTo>
                <a:lnTo>
                  <a:pt x="21795" y="274253"/>
                </a:lnTo>
                <a:lnTo>
                  <a:pt x="5663" y="234162"/>
                </a:lnTo>
                <a:lnTo>
                  <a:pt x="0" y="190500"/>
                </a:lnTo>
                <a:close/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441194" y="5146294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552700" y="4533900"/>
            <a:ext cx="647700" cy="762000"/>
          </a:xfrm>
          <a:custGeom>
            <a:avLst/>
            <a:gdLst/>
            <a:ahLst/>
            <a:cxnLst/>
            <a:rect l="l" t="t" r="r" b="b"/>
            <a:pathLst>
              <a:path w="647700" h="762000">
                <a:moveTo>
                  <a:pt x="76200" y="342900"/>
                </a:moveTo>
                <a:lnTo>
                  <a:pt x="69850" y="330200"/>
                </a:lnTo>
                <a:lnTo>
                  <a:pt x="38100" y="266700"/>
                </a:lnTo>
                <a:lnTo>
                  <a:pt x="0" y="342900"/>
                </a:lnTo>
                <a:lnTo>
                  <a:pt x="28575" y="342900"/>
                </a:lnTo>
                <a:lnTo>
                  <a:pt x="28575" y="571500"/>
                </a:lnTo>
                <a:lnTo>
                  <a:pt x="47625" y="571500"/>
                </a:lnTo>
                <a:lnTo>
                  <a:pt x="47625" y="342900"/>
                </a:lnTo>
                <a:lnTo>
                  <a:pt x="76200" y="342900"/>
                </a:lnTo>
                <a:close/>
              </a:path>
              <a:path w="647700" h="762000">
                <a:moveTo>
                  <a:pt x="647700" y="714375"/>
                </a:moveTo>
                <a:lnTo>
                  <a:pt x="342900" y="714375"/>
                </a:lnTo>
                <a:lnTo>
                  <a:pt x="342900" y="685800"/>
                </a:lnTo>
                <a:lnTo>
                  <a:pt x="266700" y="723900"/>
                </a:lnTo>
                <a:lnTo>
                  <a:pt x="342900" y="762000"/>
                </a:lnTo>
                <a:lnTo>
                  <a:pt x="342900" y="733425"/>
                </a:lnTo>
                <a:lnTo>
                  <a:pt x="647700" y="733425"/>
                </a:lnTo>
                <a:lnTo>
                  <a:pt x="647700" y="714375"/>
                </a:lnTo>
                <a:close/>
              </a:path>
              <a:path w="647700" h="762000">
                <a:moveTo>
                  <a:pt x="647700" y="38100"/>
                </a:moveTo>
                <a:lnTo>
                  <a:pt x="628650" y="28575"/>
                </a:lnTo>
                <a:lnTo>
                  <a:pt x="571500" y="0"/>
                </a:lnTo>
                <a:lnTo>
                  <a:pt x="571500" y="28575"/>
                </a:lnTo>
                <a:lnTo>
                  <a:pt x="266700" y="28575"/>
                </a:lnTo>
                <a:lnTo>
                  <a:pt x="266700" y="47625"/>
                </a:lnTo>
                <a:lnTo>
                  <a:pt x="571500" y="47625"/>
                </a:lnTo>
                <a:lnTo>
                  <a:pt x="571500" y="76200"/>
                </a:lnTo>
                <a:lnTo>
                  <a:pt x="628650" y="47625"/>
                </a:lnTo>
                <a:lnTo>
                  <a:pt x="6477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Synchronous</a:t>
            </a:r>
            <a:r>
              <a:rPr spc="-170" dirty="0"/>
              <a:t> </a:t>
            </a:r>
            <a:r>
              <a:rPr spc="-20" dirty="0"/>
              <a:t>(Parallel)</a:t>
            </a:r>
            <a:r>
              <a:rPr spc="-140" dirty="0"/>
              <a:t> </a:t>
            </a:r>
            <a:r>
              <a:rPr spc="-10" dirty="0"/>
              <a:t>Counters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240281"/>
            <a:ext cx="6955155" cy="7112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ts val="2400"/>
              </a:lnSpc>
              <a:spcBef>
                <a:spcPts val="675"/>
              </a:spcBef>
              <a:buSzPct val="120000"/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Example: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2-</a:t>
            </a:r>
            <a:r>
              <a:rPr sz="2500" dirty="0">
                <a:latin typeface="Calibri"/>
                <a:cs typeface="Calibri"/>
              </a:rPr>
              <a:t>bit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synchronous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binary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counter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(using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50" dirty="0">
                <a:latin typeface="Calibri"/>
                <a:cs typeface="Calibri"/>
              </a:rPr>
              <a:t>T </a:t>
            </a:r>
            <a:r>
              <a:rPr sz="2500" spc="-10" dirty="0">
                <a:latin typeface="Calibri"/>
                <a:cs typeface="Calibri"/>
              </a:rPr>
              <a:t>flip-</a:t>
            </a:r>
            <a:r>
              <a:rPr sz="2500" dirty="0">
                <a:latin typeface="Calibri"/>
                <a:cs typeface="Calibri"/>
              </a:rPr>
              <a:t>flops,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JK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flip-</a:t>
            </a:r>
            <a:r>
              <a:rPr sz="2500" dirty="0">
                <a:latin typeface="Calibri"/>
                <a:cs typeface="Calibri"/>
              </a:rPr>
              <a:t>flops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identical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J,K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inputs).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53756" y="51815"/>
            <a:ext cx="792480" cy="460375"/>
            <a:chOff x="7953756" y="51815"/>
            <a:chExt cx="792480" cy="460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3756" y="51815"/>
              <a:ext cx="780288" cy="4602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9788" y="103631"/>
              <a:ext cx="536448" cy="3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6237" y="71437"/>
              <a:ext cx="695325" cy="374650"/>
            </a:xfrm>
            <a:prstGeom prst="rect">
              <a:avLst/>
            </a:prstGeom>
          </p:spPr>
        </p:pic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057400" y="2218485"/>
          <a:ext cx="2981324" cy="1473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30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08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2755">
                <a:tc gridSpan="2">
                  <a:txBody>
                    <a:bodyPr/>
                    <a:lstStyle/>
                    <a:p>
                      <a:pPr marL="50165" algn="ctr">
                        <a:lnSpc>
                          <a:spcPts val="1580"/>
                        </a:lnSpc>
                      </a:pPr>
                      <a:r>
                        <a:rPr sz="1350" b="1" spc="-10" dirty="0">
                          <a:latin typeface="Arial"/>
                          <a:cs typeface="Arial"/>
                        </a:rPr>
                        <a:t>Present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4953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50" b="1" spc="-20" dirty="0">
                          <a:latin typeface="Arial"/>
                          <a:cs typeface="Arial"/>
                        </a:rPr>
                        <a:t>state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52755">
                        <a:lnSpc>
                          <a:spcPts val="1580"/>
                        </a:lnSpc>
                      </a:pPr>
                      <a:r>
                        <a:rPr sz="1350" b="1" spc="-20" dirty="0">
                          <a:latin typeface="Arial"/>
                          <a:cs typeface="Arial"/>
                        </a:rPr>
                        <a:t>Next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44005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50" b="1" spc="-20" dirty="0">
                          <a:latin typeface="Arial"/>
                          <a:cs typeface="Arial"/>
                        </a:rPr>
                        <a:t>state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25755">
                        <a:lnSpc>
                          <a:spcPts val="1580"/>
                        </a:lnSpc>
                      </a:pPr>
                      <a:r>
                        <a:rPr sz="1350" b="1" spc="-10" dirty="0">
                          <a:latin typeface="Arial"/>
                          <a:cs typeface="Arial"/>
                        </a:rPr>
                        <a:t>Flip-</a:t>
                      </a:r>
                      <a:r>
                        <a:rPr sz="1350" b="1" spc="-20" dirty="0">
                          <a:latin typeface="Arial"/>
                          <a:cs typeface="Arial"/>
                        </a:rPr>
                        <a:t>flop</a:t>
                      </a:r>
                      <a:endParaRPr sz="1350">
                        <a:latin typeface="Arial"/>
                        <a:cs typeface="Arial"/>
                      </a:endParaRPr>
                    </a:p>
                    <a:p>
                      <a:pPr marL="40322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350" b="1" spc="-10" dirty="0">
                          <a:latin typeface="Arial"/>
                          <a:cs typeface="Arial"/>
                        </a:rPr>
                        <a:t>inputs</a:t>
                      </a:r>
                      <a:endParaRPr sz="135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b="1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500" b="1" spc="-37" baseline="-11111" dirty="0">
                          <a:latin typeface="Arial"/>
                          <a:cs typeface="Arial"/>
                        </a:rPr>
                        <a:t>1</a:t>
                      </a:r>
                      <a:endParaRPr sz="1500" baseline="-11111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00" b="1" i="1" spc="-25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500" b="1" spc="-37" baseline="-11111" dirty="0">
                          <a:latin typeface="Arial"/>
                          <a:cs typeface="Arial"/>
                        </a:rPr>
                        <a:t>0</a:t>
                      </a:r>
                      <a:endParaRPr sz="1500" baseline="-11111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9079">
                        <a:lnSpc>
                          <a:spcPts val="565"/>
                        </a:lnSpc>
                        <a:tabLst>
                          <a:tab pos="693420" algn="l"/>
                        </a:tabLst>
                      </a:pPr>
                      <a:r>
                        <a:rPr sz="10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+</a:t>
                      </a:r>
                      <a:r>
                        <a:rPr sz="1000" b="1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0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+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marL="50165">
                        <a:lnSpc>
                          <a:spcPts val="1310"/>
                        </a:lnSpc>
                        <a:tabLst>
                          <a:tab pos="485140" algn="l"/>
                        </a:tabLst>
                      </a:pPr>
                      <a:r>
                        <a:rPr sz="1500" b="1" i="1" spc="-25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500" b="1" spc="-37" baseline="-11111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baseline="-11111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500" b="1" i="1" spc="-2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500" b="1" spc="-37" baseline="-11111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 baseline="-11111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ct val="100000"/>
                        </a:lnSpc>
                        <a:spcBef>
                          <a:spcPts val="80"/>
                        </a:spcBef>
                        <a:tabLst>
                          <a:tab pos="509270" algn="l"/>
                        </a:tabLst>
                      </a:pPr>
                      <a:r>
                        <a:rPr sz="1500" b="1" i="1" spc="-25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1500" b="1" spc="-37" baseline="-11111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r>
                        <a:rPr sz="1500" b="1" baseline="-11111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500" b="1" i="1" spc="-25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1500" b="1" spc="-37" baseline="-11111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 baseline="-11111">
                        <a:latin typeface="Arial"/>
                        <a:cs typeface="Arial"/>
                      </a:endParaRPr>
                    </a:p>
                  </a:txBody>
                  <a:tcPr marL="0" marR="0" marT="10160" marB="0"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marL="10160" algn="ctr">
                        <a:lnSpc>
                          <a:spcPts val="163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163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ts val="163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63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4490">
                        <a:lnSpc>
                          <a:spcPts val="163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95">
                <a:tc>
                  <a:txBody>
                    <a:bodyPr/>
                    <a:lstStyle/>
                    <a:p>
                      <a:pPr marL="10160" algn="ctr">
                        <a:lnSpc>
                          <a:spcPts val="171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171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ts val="171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71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4490">
                        <a:lnSpc>
                          <a:spcPts val="171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1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marL="10160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L="39370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 gridSpan="2">
                  <a:txBody>
                    <a:bodyPr/>
                    <a:lstStyle/>
                    <a:p>
                      <a:pPr marL="370205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 gridSpan="2">
                  <a:txBody>
                    <a:bodyPr/>
                    <a:lstStyle/>
                    <a:p>
                      <a:pPr marL="364490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20"/>
                        </a:lnSpc>
                        <a:spcBef>
                          <a:spcPts val="130"/>
                        </a:spcBef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65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5642228" y="2685415"/>
            <a:ext cx="679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7665" algn="l"/>
              </a:tabLst>
            </a:pPr>
            <a:r>
              <a:rPr sz="1800" i="1" spc="-25" dirty="0">
                <a:latin typeface="Calibri"/>
                <a:cs typeface="Calibri"/>
              </a:rPr>
              <a:t>TA</a:t>
            </a:r>
            <a:r>
              <a:rPr sz="1800" i="1" dirty="0">
                <a:latin typeface="Calibri"/>
                <a:cs typeface="Calibri"/>
              </a:rPr>
              <a:t>	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i="1" spc="-50" dirty="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96025" y="281800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616828" y="2818003"/>
            <a:ext cx="713105" cy="4419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97155" algn="ctr">
              <a:lnSpc>
                <a:spcPts val="1280"/>
              </a:lnSpc>
              <a:spcBef>
                <a:spcPts val="100"/>
              </a:spcBef>
            </a:pPr>
            <a:r>
              <a:rPr sz="1200" spc="-50" dirty="0"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  <a:p>
            <a:pPr marL="38100">
              <a:lnSpc>
                <a:spcPts val="2000"/>
              </a:lnSpc>
            </a:pPr>
            <a:r>
              <a:rPr sz="1800" i="1" spc="-10" dirty="0">
                <a:latin typeface="Calibri"/>
                <a:cs typeface="Calibri"/>
              </a:rPr>
              <a:t>TA</a:t>
            </a:r>
            <a:r>
              <a:rPr sz="1800" spc="-15" baseline="-20833" dirty="0">
                <a:latin typeface="Calibri"/>
                <a:cs typeface="Calibri"/>
              </a:rPr>
              <a:t>0</a:t>
            </a:r>
            <a:r>
              <a:rPr sz="1800" spc="97" baseline="-20833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5415" y="3670164"/>
            <a:ext cx="2995295" cy="70612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51180" algn="l"/>
                <a:tab pos="1134110" algn="l"/>
                <a:tab pos="1569085" algn="l"/>
                <a:tab pos="2195195" algn="l"/>
                <a:tab pos="2682240" algn="l"/>
                <a:tab pos="2981960" algn="l"/>
              </a:tabLst>
            </a:pPr>
            <a:r>
              <a:rPr sz="1500" b="1" u="sng" spc="140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  </a:t>
            </a:r>
            <a:r>
              <a:rPr sz="1500" b="1" u="sng" spc="-50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1</a:t>
            </a:r>
            <a:r>
              <a:rPr sz="1500" b="1" u="sng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1</a:t>
            </a:r>
            <a:r>
              <a:rPr sz="1500" b="1" u="sng" dirty="0"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solidFill>
                  <a:srgbClr val="80008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0</a:t>
            </a:r>
            <a:r>
              <a:rPr sz="1500" b="1" u="sng" dirty="0">
                <a:solidFill>
                  <a:srgbClr val="80008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0</a:t>
            </a:r>
            <a:r>
              <a:rPr sz="1500" b="1" u="sng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solidFill>
                  <a:srgbClr val="80008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1</a:t>
            </a:r>
            <a:r>
              <a:rPr sz="1500" b="1" u="sng" dirty="0">
                <a:solidFill>
                  <a:srgbClr val="80008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50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1</a:t>
            </a:r>
            <a:r>
              <a:rPr sz="1500" b="1" u="sng" dirty="0">
                <a:solidFill>
                  <a:srgbClr val="008000"/>
                </a:solidFill>
                <a:uFill>
                  <a:solidFill>
                    <a:srgbClr val="008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500">
              <a:latin typeface="Arial"/>
              <a:cs typeface="Arial"/>
            </a:endParaRPr>
          </a:p>
          <a:p>
            <a:pPr marL="1922780">
              <a:lnSpc>
                <a:spcPct val="100000"/>
              </a:lnSpc>
            </a:pPr>
            <a:r>
              <a:rPr sz="1400" b="1" spc="-50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97388" y="4411662"/>
            <a:ext cx="809625" cy="1021080"/>
            <a:chOff x="3997388" y="4411662"/>
            <a:chExt cx="809625" cy="1021080"/>
          </a:xfrm>
        </p:grpSpPr>
        <p:sp>
          <p:nvSpPr>
            <p:cNvPr id="14" name="object 14"/>
            <p:cNvSpPr/>
            <p:nvPr/>
          </p:nvSpPr>
          <p:spPr>
            <a:xfrm>
              <a:off x="4038600" y="4419600"/>
              <a:ext cx="0" cy="838200"/>
            </a:xfrm>
            <a:custGeom>
              <a:avLst/>
              <a:gdLst/>
              <a:ahLst/>
              <a:cxnLst/>
              <a:rect l="l" t="t" r="r" b="b"/>
              <a:pathLst>
                <a:path h="838200">
                  <a:moveTo>
                    <a:pt x="0" y="0"/>
                  </a:moveTo>
                  <a:lnTo>
                    <a:pt x="0" y="8382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97388" y="4727511"/>
              <a:ext cx="68199" cy="7785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264025" y="4606925"/>
              <a:ext cx="533400" cy="815975"/>
            </a:xfrm>
            <a:custGeom>
              <a:avLst/>
              <a:gdLst/>
              <a:ahLst/>
              <a:cxnLst/>
              <a:rect l="l" t="t" r="r" b="b"/>
              <a:pathLst>
                <a:path w="533400" h="815975">
                  <a:moveTo>
                    <a:pt x="0" y="815975"/>
                  </a:moveTo>
                  <a:lnTo>
                    <a:pt x="533400" y="815975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81597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280027" y="4612894"/>
            <a:ext cx="717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i="1" spc="-50" dirty="0">
                <a:latin typeface="Calibri"/>
                <a:cs typeface="Calibri"/>
              </a:rPr>
              <a:t>J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256087" y="4580001"/>
            <a:ext cx="1697355" cy="835025"/>
            <a:chOff x="4256087" y="4580001"/>
            <a:chExt cx="1697355" cy="835025"/>
          </a:xfrm>
        </p:grpSpPr>
        <p:sp>
          <p:nvSpPr>
            <p:cNvPr id="19" name="object 19"/>
            <p:cNvSpPr/>
            <p:nvPr/>
          </p:nvSpPr>
          <p:spPr>
            <a:xfrm>
              <a:off x="4264025" y="4972050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410200" y="4589526"/>
              <a:ext cx="533400" cy="815975"/>
            </a:xfrm>
            <a:custGeom>
              <a:avLst/>
              <a:gdLst/>
              <a:ahLst/>
              <a:cxnLst/>
              <a:rect l="l" t="t" r="r" b="b"/>
              <a:pathLst>
                <a:path w="533400" h="815975">
                  <a:moveTo>
                    <a:pt x="0" y="815975"/>
                  </a:moveTo>
                  <a:lnTo>
                    <a:pt x="533400" y="815975"/>
                  </a:lnTo>
                  <a:lnTo>
                    <a:pt x="533400" y="0"/>
                  </a:lnTo>
                  <a:lnTo>
                    <a:pt x="0" y="0"/>
                  </a:lnTo>
                  <a:lnTo>
                    <a:pt x="0" y="815975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426328" y="4595240"/>
            <a:ext cx="717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i="1" spc="-50" dirty="0">
                <a:latin typeface="Calibri"/>
                <a:cs typeface="Calibri"/>
              </a:rPr>
              <a:t>J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497262" y="4752911"/>
            <a:ext cx="1997075" cy="894080"/>
            <a:chOff x="3497262" y="4752911"/>
            <a:chExt cx="1997075" cy="894080"/>
          </a:xfrm>
        </p:grpSpPr>
        <p:sp>
          <p:nvSpPr>
            <p:cNvPr id="23" name="object 23"/>
            <p:cNvSpPr/>
            <p:nvPr/>
          </p:nvSpPr>
          <p:spPr>
            <a:xfrm>
              <a:off x="5410200" y="4954523"/>
              <a:ext cx="76200" cy="152400"/>
            </a:xfrm>
            <a:custGeom>
              <a:avLst/>
              <a:gdLst/>
              <a:ahLst/>
              <a:cxnLst/>
              <a:rect l="l" t="t" r="r" b="b"/>
              <a:pathLst>
                <a:path w="76200" h="152400">
                  <a:moveTo>
                    <a:pt x="0" y="0"/>
                  </a:moveTo>
                  <a:lnTo>
                    <a:pt x="76200" y="762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181600" y="4800599"/>
              <a:ext cx="0" cy="457200"/>
            </a:xfrm>
            <a:custGeom>
              <a:avLst/>
              <a:gdLst/>
              <a:ahLst/>
              <a:cxnLst/>
              <a:rect l="l" t="t" r="r" b="b"/>
              <a:pathLst>
                <a:path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505200" y="5029199"/>
              <a:ext cx="1828800" cy="609600"/>
            </a:xfrm>
            <a:custGeom>
              <a:avLst/>
              <a:gdLst/>
              <a:ahLst/>
              <a:cxnLst/>
              <a:rect l="l" t="t" r="r" b="b"/>
              <a:pathLst>
                <a:path w="1828800" h="609600">
                  <a:moveTo>
                    <a:pt x="0" y="609600"/>
                  </a:moveTo>
                  <a:lnTo>
                    <a:pt x="1524000" y="609600"/>
                  </a:lnTo>
                </a:path>
                <a:path w="1828800" h="609600">
                  <a:moveTo>
                    <a:pt x="1524000" y="0"/>
                  </a:moveTo>
                  <a:lnTo>
                    <a:pt x="1524000" y="609600"/>
                  </a:lnTo>
                </a:path>
                <a:path w="1828800" h="609600">
                  <a:moveTo>
                    <a:pt x="1524000" y="0"/>
                  </a:moveTo>
                  <a:lnTo>
                    <a:pt x="1828800" y="0"/>
                  </a:lnTo>
                </a:path>
              </a:pathLst>
            </a:custGeom>
            <a:ln w="1587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14950" y="4967223"/>
              <a:ext cx="95250" cy="9525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38600" y="4760848"/>
              <a:ext cx="1371600" cy="497205"/>
            </a:xfrm>
            <a:custGeom>
              <a:avLst/>
              <a:gdLst/>
              <a:ahLst/>
              <a:cxnLst/>
              <a:rect l="l" t="t" r="r" b="b"/>
              <a:pathLst>
                <a:path w="1371600" h="497204">
                  <a:moveTo>
                    <a:pt x="15875" y="0"/>
                  </a:moveTo>
                  <a:lnTo>
                    <a:pt x="225425" y="0"/>
                  </a:lnTo>
                </a:path>
                <a:path w="1371600" h="497204">
                  <a:moveTo>
                    <a:pt x="0" y="496950"/>
                  </a:moveTo>
                  <a:lnTo>
                    <a:pt x="228600" y="496950"/>
                  </a:lnTo>
                </a:path>
                <a:path w="1371600" h="497204">
                  <a:moveTo>
                    <a:pt x="1143000" y="496950"/>
                  </a:moveTo>
                  <a:lnTo>
                    <a:pt x="1371600" y="49695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51437" y="4773612"/>
              <a:ext cx="68325" cy="778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86200" y="5029199"/>
              <a:ext cx="304800" cy="0"/>
            </a:xfrm>
            <a:custGeom>
              <a:avLst/>
              <a:gdLst/>
              <a:ahLst/>
              <a:cxnLst/>
              <a:rect l="l" t="t" r="r" b="b"/>
              <a:pathLst>
                <a:path w="304800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ln w="1587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997828" y="4517516"/>
            <a:ext cx="2451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i="1" spc="-25" dirty="0">
                <a:latin typeface="Calibri"/>
                <a:cs typeface="Calibri"/>
              </a:rPr>
              <a:t>A</a:t>
            </a:r>
            <a:r>
              <a:rPr sz="1350" b="1" spc="-37" baseline="-21604" dirty="0">
                <a:latin typeface="Calibri"/>
                <a:cs typeface="Calibri"/>
              </a:rPr>
              <a:t>1</a:t>
            </a:r>
            <a:endParaRPr sz="1350" baseline="-21604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54575" y="4517516"/>
            <a:ext cx="2451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400" b="1" i="1" spc="-25" dirty="0">
                <a:latin typeface="Calibri"/>
                <a:cs typeface="Calibri"/>
              </a:rPr>
              <a:t>A</a:t>
            </a:r>
            <a:r>
              <a:rPr sz="1350" b="1" spc="-37" baseline="-21604" dirty="0">
                <a:latin typeface="Calibri"/>
                <a:cs typeface="Calibri"/>
              </a:rPr>
              <a:t>0</a:t>
            </a:r>
            <a:endParaRPr sz="1350" baseline="-21604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26328" y="4858994"/>
            <a:ext cx="19431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indent="88265">
              <a:lnSpc>
                <a:spcPct val="112999"/>
              </a:lnSpc>
              <a:spcBef>
                <a:spcPts val="95"/>
              </a:spcBef>
            </a:pPr>
            <a:r>
              <a:rPr sz="1400" b="1" i="1" spc="-50" dirty="0">
                <a:latin typeface="Calibri"/>
                <a:cs typeface="Calibri"/>
              </a:rPr>
              <a:t>C 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51175" y="5508447"/>
            <a:ext cx="2927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5" dirty="0">
                <a:latin typeface="Calibri"/>
                <a:cs typeface="Calibri"/>
              </a:rPr>
              <a:t>CLK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167251" y="4981575"/>
            <a:ext cx="95250" cy="9525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5731128" y="4669916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i="1" spc="-50" dirty="0">
                <a:latin typeface="Calibri"/>
                <a:cs typeface="Calibri"/>
              </a:rPr>
              <a:t>Q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31128" y="5050916"/>
            <a:ext cx="1746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i="1" spc="-25" dirty="0">
                <a:latin typeface="Calibri"/>
                <a:cs typeface="Calibri"/>
              </a:rPr>
              <a:t>Q'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587875" y="4669916"/>
            <a:ext cx="1339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i="1" spc="-50" dirty="0">
                <a:latin typeface="Calibri"/>
                <a:cs typeface="Calibri"/>
              </a:rPr>
              <a:t>Q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54627" y="4903470"/>
            <a:ext cx="533400" cy="38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>
              <a:lnSpc>
                <a:spcPts val="1420"/>
              </a:lnSpc>
              <a:spcBef>
                <a:spcPts val="100"/>
              </a:spcBef>
            </a:pPr>
            <a:r>
              <a:rPr sz="1400" b="1" i="1" spc="-50" dirty="0">
                <a:latin typeface="Calibri"/>
                <a:cs typeface="Calibri"/>
              </a:rPr>
              <a:t>C</a:t>
            </a:r>
            <a:endParaRPr sz="1400">
              <a:latin typeface="Calibri"/>
              <a:cs typeface="Calibri"/>
            </a:endParaRPr>
          </a:p>
          <a:p>
            <a:pPr marL="25400">
              <a:lnSpc>
                <a:spcPts val="1420"/>
              </a:lnSpc>
              <a:tabLst>
                <a:tab pos="332740" algn="l"/>
              </a:tabLst>
            </a:pPr>
            <a:r>
              <a:rPr sz="2100" b="1" i="1" spc="-75" baseline="-29761" dirty="0">
                <a:latin typeface="Calibri"/>
                <a:cs typeface="Calibri"/>
              </a:rPr>
              <a:t>K</a:t>
            </a:r>
            <a:r>
              <a:rPr sz="2100" b="1" i="1" baseline="-29761" dirty="0">
                <a:latin typeface="Calibri"/>
                <a:cs typeface="Calibri"/>
              </a:rPr>
              <a:t>	</a:t>
            </a:r>
            <a:r>
              <a:rPr sz="1400" b="1" i="1" spc="-25" dirty="0">
                <a:latin typeface="Calibri"/>
                <a:cs typeface="Calibri"/>
              </a:rPr>
              <a:t>Q'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849687" y="4792662"/>
            <a:ext cx="2322830" cy="894080"/>
            <a:chOff x="3849687" y="4792662"/>
            <a:chExt cx="2322830" cy="894080"/>
          </a:xfrm>
        </p:grpSpPr>
        <p:sp>
          <p:nvSpPr>
            <p:cNvPr id="40" name="object 40"/>
            <p:cNvSpPr/>
            <p:nvPr/>
          </p:nvSpPr>
          <p:spPr>
            <a:xfrm>
              <a:off x="4800600" y="4800600"/>
              <a:ext cx="1371600" cy="0"/>
            </a:xfrm>
            <a:custGeom>
              <a:avLst/>
              <a:gdLst/>
              <a:ahLst/>
              <a:cxnLst/>
              <a:rect l="l" t="t" r="r" b="b"/>
              <a:pathLst>
                <a:path w="1371600">
                  <a:moveTo>
                    <a:pt x="0" y="0"/>
                  </a:moveTo>
                  <a:lnTo>
                    <a:pt x="609600" y="0"/>
                  </a:lnTo>
                </a:path>
                <a:path w="1371600">
                  <a:moveTo>
                    <a:pt x="1143000" y="0"/>
                  </a:moveTo>
                  <a:lnTo>
                    <a:pt x="1371600" y="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91075" y="5133975"/>
              <a:ext cx="95250" cy="9525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34075" y="5133975"/>
              <a:ext cx="95250" cy="95250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886200" y="50292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587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49687" y="5608637"/>
              <a:ext cx="68325" cy="7778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579114" y="6280810"/>
            <a:ext cx="19862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Synchronous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(Parallel)</a:t>
            </a:r>
            <a:r>
              <a:rPr sz="1200" spc="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Counters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Synchronous</a:t>
            </a:r>
            <a:r>
              <a:rPr spc="-170" dirty="0"/>
              <a:t> </a:t>
            </a:r>
            <a:r>
              <a:rPr spc="-20" dirty="0"/>
              <a:t>(Parallel)</a:t>
            </a:r>
            <a:r>
              <a:rPr spc="-140" dirty="0"/>
              <a:t> </a:t>
            </a:r>
            <a:r>
              <a:rPr spc="-10" dirty="0"/>
              <a:t>Counters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4" y="1240281"/>
            <a:ext cx="6955155" cy="7112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marR="5080" indent="-342900">
              <a:lnSpc>
                <a:spcPts val="2400"/>
              </a:lnSpc>
              <a:spcBef>
                <a:spcPts val="675"/>
              </a:spcBef>
              <a:buSzPct val="120000"/>
              <a:buFont typeface="Wingdings"/>
              <a:buChar char="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Example: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3-</a:t>
            </a:r>
            <a:r>
              <a:rPr sz="2500" dirty="0">
                <a:latin typeface="Calibri"/>
                <a:cs typeface="Calibri"/>
              </a:rPr>
              <a:t>bit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synchronous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binary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counter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(using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50" dirty="0">
                <a:latin typeface="Calibri"/>
                <a:cs typeface="Calibri"/>
              </a:rPr>
              <a:t>T </a:t>
            </a:r>
            <a:r>
              <a:rPr sz="2500" spc="-10" dirty="0">
                <a:latin typeface="Calibri"/>
                <a:cs typeface="Calibri"/>
              </a:rPr>
              <a:t>flip-</a:t>
            </a:r>
            <a:r>
              <a:rPr sz="2500" dirty="0">
                <a:latin typeface="Calibri"/>
                <a:cs typeface="Calibri"/>
              </a:rPr>
              <a:t>flops,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or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JK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flip-</a:t>
            </a:r>
            <a:r>
              <a:rPr sz="2500" dirty="0">
                <a:latin typeface="Calibri"/>
                <a:cs typeface="Calibri"/>
              </a:rPr>
              <a:t>flops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with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identical</a:t>
            </a:r>
            <a:r>
              <a:rPr sz="2500" spc="-35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J,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K</a:t>
            </a:r>
            <a:r>
              <a:rPr sz="2500" spc="-5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inputs).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61228" y="70484"/>
            <a:ext cx="6902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CS1104-</a:t>
            </a: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13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953756" y="51815"/>
            <a:ext cx="792480" cy="460375"/>
            <a:chOff x="7953756" y="51815"/>
            <a:chExt cx="792480" cy="46037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3756" y="51815"/>
              <a:ext cx="780288" cy="46024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9788" y="103631"/>
              <a:ext cx="536448" cy="31242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6237" y="71437"/>
              <a:ext cx="695325" cy="37465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2525674" y="2133663"/>
            <a:ext cx="4292600" cy="17780"/>
          </a:xfrm>
          <a:custGeom>
            <a:avLst/>
            <a:gdLst/>
            <a:ahLst/>
            <a:cxnLst/>
            <a:rect l="l" t="t" r="r" b="b"/>
            <a:pathLst>
              <a:path w="4292600" h="17780">
                <a:moveTo>
                  <a:pt x="4292168" y="0"/>
                </a:moveTo>
                <a:lnTo>
                  <a:pt x="4292168" y="0"/>
                </a:lnTo>
                <a:lnTo>
                  <a:pt x="0" y="0"/>
                </a:lnTo>
                <a:lnTo>
                  <a:pt x="0" y="17259"/>
                </a:lnTo>
                <a:lnTo>
                  <a:pt x="4292168" y="17259"/>
                </a:lnTo>
                <a:lnTo>
                  <a:pt x="4292168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913123" y="2120925"/>
            <a:ext cx="1120775" cy="476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10" algn="ctr">
              <a:lnSpc>
                <a:spcPts val="1770"/>
              </a:lnSpc>
              <a:spcBef>
                <a:spcPts val="105"/>
              </a:spcBef>
            </a:pPr>
            <a:r>
              <a:rPr sz="1500" b="1" spc="-20" dirty="0">
                <a:latin typeface="Arial"/>
                <a:cs typeface="Arial"/>
              </a:rPr>
              <a:t>Next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ts val="1770"/>
              </a:lnSpc>
              <a:tabLst>
                <a:tab pos="341630" algn="l"/>
                <a:tab pos="1094740" algn="l"/>
              </a:tabLst>
            </a:pPr>
            <a:r>
              <a:rPr sz="15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state</a:t>
            </a:r>
            <a:r>
              <a:rPr sz="15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3741" y="2120925"/>
            <a:ext cx="1101725" cy="715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0" algn="ctr">
              <a:lnSpc>
                <a:spcPts val="1770"/>
              </a:lnSpc>
              <a:spcBef>
                <a:spcPts val="105"/>
              </a:spcBef>
            </a:pPr>
            <a:r>
              <a:rPr sz="1500" b="1" spc="-10" dirty="0">
                <a:latin typeface="Arial"/>
                <a:cs typeface="Arial"/>
              </a:rPr>
              <a:t>Present</a:t>
            </a:r>
            <a:endParaRPr sz="1500">
              <a:latin typeface="Arial"/>
              <a:cs typeface="Arial"/>
            </a:endParaRPr>
          </a:p>
          <a:p>
            <a:pPr marL="23495" algn="ctr">
              <a:lnSpc>
                <a:spcPts val="1770"/>
              </a:lnSpc>
              <a:tabLst>
                <a:tab pos="273685" algn="l"/>
                <a:tab pos="972185" algn="l"/>
              </a:tabLst>
            </a:pPr>
            <a:r>
              <a:rPr sz="15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state</a:t>
            </a:r>
            <a:r>
              <a:rPr sz="15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  <a:spcBef>
                <a:spcPts val="80"/>
              </a:spcBef>
              <a:tabLst>
                <a:tab pos="383540" algn="l"/>
                <a:tab pos="763270" algn="l"/>
              </a:tabLst>
            </a:pPr>
            <a:r>
              <a:rPr sz="1500" b="1" i="1" spc="-25" dirty="0">
                <a:latin typeface="Arial"/>
                <a:cs typeface="Arial"/>
              </a:rPr>
              <a:t>A</a:t>
            </a:r>
            <a:r>
              <a:rPr sz="1500" b="1" spc="-37" baseline="-11111" dirty="0">
                <a:latin typeface="Arial"/>
                <a:cs typeface="Arial"/>
              </a:rPr>
              <a:t>2</a:t>
            </a:r>
            <a:r>
              <a:rPr sz="1500" b="1" baseline="-11111" dirty="0">
                <a:latin typeface="Arial"/>
                <a:cs typeface="Arial"/>
              </a:rPr>
              <a:t>	</a:t>
            </a:r>
            <a:r>
              <a:rPr sz="1500" b="1" i="1" spc="-25" dirty="0">
                <a:latin typeface="Arial"/>
                <a:cs typeface="Arial"/>
              </a:rPr>
              <a:t>A</a:t>
            </a:r>
            <a:r>
              <a:rPr sz="1500" b="1" spc="-37" baseline="-11111" dirty="0">
                <a:latin typeface="Arial"/>
                <a:cs typeface="Arial"/>
              </a:rPr>
              <a:t>1</a:t>
            </a:r>
            <a:r>
              <a:rPr sz="1500" b="1" baseline="-11111" dirty="0">
                <a:latin typeface="Arial"/>
                <a:cs typeface="Arial"/>
              </a:rPr>
              <a:t>	</a:t>
            </a:r>
            <a:r>
              <a:rPr sz="1500" b="1" i="1" spc="-25" dirty="0">
                <a:latin typeface="Arial"/>
                <a:cs typeface="Arial"/>
              </a:rPr>
              <a:t>A</a:t>
            </a:r>
            <a:r>
              <a:rPr sz="1500" b="1" spc="-37" baseline="-11111" dirty="0">
                <a:latin typeface="Arial"/>
                <a:cs typeface="Arial"/>
              </a:rPr>
              <a:t>0</a:t>
            </a:r>
            <a:endParaRPr sz="1500" baseline="-11111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41118" y="2672556"/>
            <a:ext cx="9652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spc="-50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08293" y="2672556"/>
            <a:ext cx="9652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spc="-50" dirty="0">
                <a:solidFill>
                  <a:srgbClr val="800080"/>
                </a:solidFill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45050" y="2672556"/>
            <a:ext cx="96520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b="1" spc="-50" dirty="0">
                <a:solidFill>
                  <a:srgbClr val="008000"/>
                </a:solidFill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76111" y="2489958"/>
            <a:ext cx="1264285" cy="255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504825" algn="l"/>
                <a:tab pos="941705" algn="l"/>
              </a:tabLst>
            </a:pPr>
            <a:r>
              <a:rPr sz="2250" b="1" i="1" baseline="-25925" dirty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250" b="1" i="1" spc="217" baseline="-2592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1000" b="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2250" b="1" i="1" baseline="-25925" dirty="0">
                <a:solidFill>
                  <a:srgbClr val="800080"/>
                </a:solidFill>
                <a:latin typeface="Arial"/>
                <a:cs typeface="Arial"/>
              </a:rPr>
              <a:t>A</a:t>
            </a:r>
            <a:r>
              <a:rPr sz="2250" b="1" i="1" spc="217" baseline="-25925" dirty="0">
                <a:solidFill>
                  <a:srgbClr val="80008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800080"/>
                </a:solidFill>
                <a:latin typeface="Arial"/>
                <a:cs typeface="Arial"/>
              </a:rPr>
              <a:t>+</a:t>
            </a:r>
            <a:r>
              <a:rPr sz="1000" b="1" dirty="0">
                <a:solidFill>
                  <a:srgbClr val="800080"/>
                </a:solidFill>
                <a:latin typeface="Arial"/>
                <a:cs typeface="Arial"/>
              </a:rPr>
              <a:t>	</a:t>
            </a:r>
            <a:r>
              <a:rPr sz="2250" b="1" i="1" baseline="-25925" dirty="0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sz="2250" b="1" i="1" spc="209" baseline="-25925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000" b="1" spc="-50" dirty="0">
                <a:solidFill>
                  <a:srgbClr val="008000"/>
                </a:solidFill>
                <a:latin typeface="Arial"/>
                <a:cs typeface="Arial"/>
              </a:rPr>
              <a:t>+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44605" y="2120925"/>
            <a:ext cx="1539875" cy="715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>
              <a:lnSpc>
                <a:spcPts val="1770"/>
              </a:lnSpc>
              <a:spcBef>
                <a:spcPts val="105"/>
              </a:spcBef>
            </a:pPr>
            <a:r>
              <a:rPr sz="1500" b="1" dirty="0">
                <a:latin typeface="Arial"/>
                <a:cs typeface="Arial"/>
              </a:rPr>
              <a:t>Flip-</a:t>
            </a:r>
            <a:r>
              <a:rPr sz="1500" b="1" spc="-20" dirty="0">
                <a:latin typeface="Arial"/>
                <a:cs typeface="Arial"/>
              </a:rPr>
              <a:t>flop</a:t>
            </a:r>
            <a:endParaRPr sz="1500">
              <a:latin typeface="Arial"/>
              <a:cs typeface="Arial"/>
            </a:endParaRPr>
          </a:p>
          <a:p>
            <a:pPr marL="40640">
              <a:lnSpc>
                <a:spcPts val="1770"/>
              </a:lnSpc>
              <a:tabLst>
                <a:tab pos="442595" algn="l"/>
                <a:tab pos="1501140" algn="l"/>
              </a:tabLst>
            </a:pPr>
            <a:r>
              <a:rPr sz="15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500" b="1" u="sng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inputs</a:t>
            </a:r>
            <a:r>
              <a:rPr sz="1500" b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5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80"/>
              </a:spcBef>
              <a:tabLst>
                <a:tab pos="568960" algn="l"/>
                <a:tab pos="1057910" algn="l"/>
              </a:tabLst>
            </a:pPr>
            <a:r>
              <a:rPr sz="1500" b="1" i="1" spc="-25" dirty="0">
                <a:solidFill>
                  <a:srgbClr val="0000FF"/>
                </a:solidFill>
                <a:latin typeface="Arial"/>
                <a:cs typeface="Arial"/>
              </a:rPr>
              <a:t>TA</a:t>
            </a:r>
            <a:r>
              <a:rPr sz="1500" b="1" spc="-37" baseline="-11111" dirty="0">
                <a:solidFill>
                  <a:srgbClr val="0000FF"/>
                </a:solidFill>
                <a:latin typeface="Arial"/>
                <a:cs typeface="Arial"/>
              </a:rPr>
              <a:t>2</a:t>
            </a:r>
            <a:r>
              <a:rPr sz="1500" b="1" baseline="-11111" dirty="0">
                <a:solidFill>
                  <a:srgbClr val="0000FF"/>
                </a:solidFill>
                <a:latin typeface="Arial"/>
                <a:cs typeface="Arial"/>
              </a:rPr>
              <a:t>	</a:t>
            </a:r>
            <a:r>
              <a:rPr sz="1500" b="1" i="1" spc="-25" dirty="0">
                <a:solidFill>
                  <a:srgbClr val="800080"/>
                </a:solidFill>
                <a:latin typeface="Arial"/>
                <a:cs typeface="Arial"/>
              </a:rPr>
              <a:t>TA</a:t>
            </a:r>
            <a:r>
              <a:rPr sz="1500" b="1" spc="-37" baseline="-11111" dirty="0">
                <a:solidFill>
                  <a:srgbClr val="800080"/>
                </a:solidFill>
                <a:latin typeface="Arial"/>
                <a:cs typeface="Arial"/>
              </a:rPr>
              <a:t>1</a:t>
            </a:r>
            <a:r>
              <a:rPr sz="1500" b="1" baseline="-11111" dirty="0">
                <a:solidFill>
                  <a:srgbClr val="800080"/>
                </a:solidFill>
                <a:latin typeface="Arial"/>
                <a:cs typeface="Arial"/>
              </a:rPr>
              <a:t>	</a:t>
            </a:r>
            <a:r>
              <a:rPr sz="1500" b="1" i="1" spc="-25" dirty="0">
                <a:solidFill>
                  <a:srgbClr val="008000"/>
                </a:solidFill>
                <a:latin typeface="Arial"/>
                <a:cs typeface="Arial"/>
              </a:rPr>
              <a:t>TA</a:t>
            </a:r>
            <a:r>
              <a:rPr sz="1500" b="1" spc="-37" baseline="-11111" dirty="0">
                <a:solidFill>
                  <a:srgbClr val="008000"/>
                </a:solidFill>
                <a:latin typeface="Arial"/>
                <a:cs typeface="Arial"/>
              </a:rPr>
              <a:t>0</a:t>
            </a:r>
            <a:endParaRPr sz="1500" baseline="-11111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611754" y="2854325"/>
            <a:ext cx="4307205" cy="0"/>
          </a:xfrm>
          <a:custGeom>
            <a:avLst/>
            <a:gdLst/>
            <a:ahLst/>
            <a:cxnLst/>
            <a:rect l="l" t="t" r="r" b="b"/>
            <a:pathLst>
              <a:path w="4307205">
                <a:moveTo>
                  <a:pt x="0" y="0"/>
                </a:moveTo>
                <a:lnTo>
                  <a:pt x="4307078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06194" y="5356801"/>
            <a:ext cx="27432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450" b="1" i="1" spc="-25" dirty="0">
                <a:latin typeface="Verdana"/>
                <a:cs typeface="Verdana"/>
              </a:rPr>
              <a:t>A</a:t>
            </a:r>
            <a:r>
              <a:rPr sz="1350" b="1" spc="-37" baseline="-12345" dirty="0">
                <a:latin typeface="Tahoma"/>
                <a:cs typeface="Tahoma"/>
              </a:rPr>
              <a:t>2</a:t>
            </a:r>
            <a:endParaRPr sz="1350" baseline="-12345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133600" y="5334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76200" y="304800"/>
                </a:moveTo>
                <a:lnTo>
                  <a:pt x="61352" y="302804"/>
                </a:lnTo>
                <a:lnTo>
                  <a:pt x="49244" y="297362"/>
                </a:lnTo>
                <a:lnTo>
                  <a:pt x="41088" y="289289"/>
                </a:lnTo>
                <a:lnTo>
                  <a:pt x="38100" y="279400"/>
                </a:lnTo>
                <a:lnTo>
                  <a:pt x="38100" y="177800"/>
                </a:lnTo>
                <a:lnTo>
                  <a:pt x="35111" y="167937"/>
                </a:lnTo>
                <a:lnTo>
                  <a:pt x="26955" y="159861"/>
                </a:lnTo>
                <a:lnTo>
                  <a:pt x="14847" y="154404"/>
                </a:lnTo>
                <a:lnTo>
                  <a:pt x="0" y="152400"/>
                </a:lnTo>
                <a:lnTo>
                  <a:pt x="14847" y="150395"/>
                </a:lnTo>
                <a:lnTo>
                  <a:pt x="26955" y="144938"/>
                </a:lnTo>
                <a:lnTo>
                  <a:pt x="35111" y="136862"/>
                </a:lnTo>
                <a:lnTo>
                  <a:pt x="38100" y="127000"/>
                </a:lnTo>
                <a:lnTo>
                  <a:pt x="38100" y="25400"/>
                </a:lnTo>
                <a:lnTo>
                  <a:pt x="41088" y="15537"/>
                </a:lnTo>
                <a:lnTo>
                  <a:pt x="49244" y="7461"/>
                </a:lnTo>
                <a:lnTo>
                  <a:pt x="61352" y="2004"/>
                </a:lnTo>
                <a:lnTo>
                  <a:pt x="76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48000" y="48768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0" y="76200"/>
                </a:moveTo>
                <a:lnTo>
                  <a:pt x="757007" y="61352"/>
                </a:lnTo>
                <a:lnTo>
                  <a:pt x="743394" y="49244"/>
                </a:lnTo>
                <a:lnTo>
                  <a:pt x="723209" y="41088"/>
                </a:lnTo>
                <a:lnTo>
                  <a:pt x="698500" y="38100"/>
                </a:lnTo>
                <a:lnTo>
                  <a:pt x="444500" y="38100"/>
                </a:lnTo>
                <a:lnTo>
                  <a:pt x="419790" y="35111"/>
                </a:lnTo>
                <a:lnTo>
                  <a:pt x="399605" y="26955"/>
                </a:lnTo>
                <a:lnTo>
                  <a:pt x="385992" y="14847"/>
                </a:lnTo>
                <a:lnTo>
                  <a:pt x="381000" y="0"/>
                </a:lnTo>
                <a:lnTo>
                  <a:pt x="376007" y="14847"/>
                </a:lnTo>
                <a:lnTo>
                  <a:pt x="362394" y="26955"/>
                </a:lnTo>
                <a:lnTo>
                  <a:pt x="342209" y="35111"/>
                </a:lnTo>
                <a:lnTo>
                  <a:pt x="317500" y="38100"/>
                </a:lnTo>
                <a:lnTo>
                  <a:pt x="63500" y="38100"/>
                </a:lnTo>
                <a:lnTo>
                  <a:pt x="38790" y="41088"/>
                </a:lnTo>
                <a:lnTo>
                  <a:pt x="18605" y="49244"/>
                </a:lnTo>
                <a:lnTo>
                  <a:pt x="4992" y="61352"/>
                </a:lnTo>
                <a:lnTo>
                  <a:pt x="0" y="76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46426" y="57150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0" y="0"/>
                </a:moveTo>
                <a:lnTo>
                  <a:pt x="757007" y="14831"/>
                </a:lnTo>
                <a:lnTo>
                  <a:pt x="743394" y="26941"/>
                </a:lnTo>
                <a:lnTo>
                  <a:pt x="723209" y="35106"/>
                </a:lnTo>
                <a:lnTo>
                  <a:pt x="698500" y="38100"/>
                </a:lnTo>
                <a:lnTo>
                  <a:pt x="444500" y="38100"/>
                </a:lnTo>
                <a:lnTo>
                  <a:pt x="419736" y="41093"/>
                </a:lnTo>
                <a:lnTo>
                  <a:pt x="399557" y="49258"/>
                </a:lnTo>
                <a:lnTo>
                  <a:pt x="385974" y="61368"/>
                </a:lnTo>
                <a:lnTo>
                  <a:pt x="381000" y="76200"/>
                </a:lnTo>
                <a:lnTo>
                  <a:pt x="376007" y="61368"/>
                </a:lnTo>
                <a:lnTo>
                  <a:pt x="362394" y="49258"/>
                </a:lnTo>
                <a:lnTo>
                  <a:pt x="342209" y="41093"/>
                </a:lnTo>
                <a:lnTo>
                  <a:pt x="317500" y="38100"/>
                </a:lnTo>
                <a:lnTo>
                  <a:pt x="63500" y="38100"/>
                </a:lnTo>
                <a:lnTo>
                  <a:pt x="38736" y="35106"/>
                </a:lnTo>
                <a:lnTo>
                  <a:pt x="18557" y="26941"/>
                </a:lnTo>
                <a:lnTo>
                  <a:pt x="4974" y="1483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63394" y="5738071"/>
            <a:ext cx="1102360" cy="5245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647700">
              <a:lnSpc>
                <a:spcPts val="1739"/>
              </a:lnSpc>
              <a:spcBef>
                <a:spcPts val="130"/>
              </a:spcBef>
            </a:pPr>
            <a:r>
              <a:rPr sz="1450" b="1" i="1" spc="-25" dirty="0">
                <a:latin typeface="Verdana"/>
                <a:cs typeface="Verdana"/>
              </a:rPr>
              <a:t>A</a:t>
            </a:r>
            <a:r>
              <a:rPr sz="1350" b="1" spc="-37" baseline="-12345" dirty="0">
                <a:latin typeface="Tahoma"/>
                <a:cs typeface="Tahoma"/>
              </a:rPr>
              <a:t>0</a:t>
            </a:r>
            <a:endParaRPr sz="1350" baseline="-12345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sz="1800" b="1" i="1" dirty="0">
                <a:solidFill>
                  <a:srgbClr val="0000CC"/>
                </a:solidFill>
                <a:latin typeface="Calibri"/>
                <a:cs typeface="Calibri"/>
              </a:rPr>
              <a:t>TA</a:t>
            </a:r>
            <a:r>
              <a:rPr sz="1800" b="1" baseline="-11574" dirty="0">
                <a:solidFill>
                  <a:srgbClr val="0000CC"/>
                </a:solidFill>
                <a:latin typeface="Calibri"/>
                <a:cs typeface="Calibri"/>
              </a:rPr>
              <a:t>2</a:t>
            </a:r>
            <a:r>
              <a:rPr sz="1800" b="1" spc="82" baseline="-11574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1800" b="1" i="1" spc="-80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1800" b="1" i="1" spc="-1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1800" b="1" spc="-15" baseline="-11574" dirty="0">
                <a:solidFill>
                  <a:srgbClr val="0000CC"/>
                </a:solidFill>
                <a:latin typeface="Calibri"/>
                <a:cs typeface="Calibri"/>
              </a:rPr>
              <a:t>1</a:t>
            </a:r>
            <a:r>
              <a:rPr sz="1800" b="1" i="1" spc="-10" dirty="0">
                <a:solidFill>
                  <a:srgbClr val="0000CC"/>
                </a:solidFill>
                <a:latin typeface="Calibri"/>
                <a:cs typeface="Calibri"/>
              </a:rPr>
              <a:t>.A</a:t>
            </a:r>
            <a:r>
              <a:rPr sz="1800" b="1" spc="-15" baseline="-11574" dirty="0">
                <a:solidFill>
                  <a:srgbClr val="0000CC"/>
                </a:solidFill>
                <a:latin typeface="Calibri"/>
                <a:cs typeface="Calibri"/>
              </a:rPr>
              <a:t>0</a:t>
            </a:r>
            <a:endParaRPr sz="1800" baseline="-11574">
              <a:latin typeface="Calibri"/>
              <a:cs typeface="Calibri"/>
            </a:endParaRPr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278062" y="5021262"/>
          <a:ext cx="1532255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3138551" y="5067300"/>
            <a:ext cx="228600" cy="533400"/>
          </a:xfrm>
          <a:custGeom>
            <a:avLst/>
            <a:gdLst/>
            <a:ahLst/>
            <a:cxnLst/>
            <a:rect l="l" t="t" r="r" b="b"/>
            <a:pathLst>
              <a:path w="228600" h="533400">
                <a:moveTo>
                  <a:pt x="0" y="38100"/>
                </a:moveTo>
                <a:lnTo>
                  <a:pt x="2988" y="23252"/>
                </a:lnTo>
                <a:lnTo>
                  <a:pt x="11144" y="11144"/>
                </a:lnTo>
                <a:lnTo>
                  <a:pt x="23252" y="2988"/>
                </a:lnTo>
                <a:lnTo>
                  <a:pt x="38100" y="0"/>
                </a:lnTo>
                <a:lnTo>
                  <a:pt x="190373" y="0"/>
                </a:lnTo>
                <a:lnTo>
                  <a:pt x="205239" y="2988"/>
                </a:lnTo>
                <a:lnTo>
                  <a:pt x="217392" y="11144"/>
                </a:lnTo>
                <a:lnTo>
                  <a:pt x="225591" y="23252"/>
                </a:lnTo>
                <a:lnTo>
                  <a:pt x="228600" y="38100"/>
                </a:lnTo>
                <a:lnTo>
                  <a:pt x="228600" y="495300"/>
                </a:lnTo>
                <a:lnTo>
                  <a:pt x="225591" y="510147"/>
                </a:lnTo>
                <a:lnTo>
                  <a:pt x="217392" y="522255"/>
                </a:lnTo>
                <a:lnTo>
                  <a:pt x="205239" y="530411"/>
                </a:lnTo>
                <a:lnTo>
                  <a:pt x="190373" y="533400"/>
                </a:lnTo>
                <a:lnTo>
                  <a:pt x="38100" y="533400"/>
                </a:lnTo>
                <a:lnTo>
                  <a:pt x="23252" y="530411"/>
                </a:lnTo>
                <a:lnTo>
                  <a:pt x="11144" y="522255"/>
                </a:lnTo>
                <a:lnTo>
                  <a:pt x="2988" y="510147"/>
                </a:lnTo>
                <a:lnTo>
                  <a:pt x="0" y="495300"/>
                </a:lnTo>
                <a:lnTo>
                  <a:pt x="0" y="38100"/>
                </a:lnTo>
                <a:close/>
              </a:path>
            </a:pathLst>
          </a:custGeom>
          <a:ln w="1587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168775" y="5356801"/>
            <a:ext cx="27432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450" b="1" i="1" spc="-25" dirty="0">
                <a:latin typeface="Verdana"/>
                <a:cs typeface="Verdana"/>
              </a:rPr>
              <a:t>A</a:t>
            </a:r>
            <a:r>
              <a:rPr sz="1350" b="1" spc="-37" baseline="-12345" dirty="0">
                <a:latin typeface="Tahoma"/>
                <a:cs typeface="Tahoma"/>
              </a:rPr>
              <a:t>2</a:t>
            </a:r>
            <a:endParaRPr sz="1350" baseline="-12345">
              <a:latin typeface="Tahoma"/>
              <a:cs typeface="Tahom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495800" y="5334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76200" y="304800"/>
                </a:moveTo>
                <a:lnTo>
                  <a:pt x="61352" y="302804"/>
                </a:lnTo>
                <a:lnTo>
                  <a:pt x="49244" y="297362"/>
                </a:lnTo>
                <a:lnTo>
                  <a:pt x="41088" y="289289"/>
                </a:lnTo>
                <a:lnTo>
                  <a:pt x="38100" y="279400"/>
                </a:lnTo>
                <a:lnTo>
                  <a:pt x="38100" y="177800"/>
                </a:lnTo>
                <a:lnTo>
                  <a:pt x="35111" y="167937"/>
                </a:lnTo>
                <a:lnTo>
                  <a:pt x="26955" y="159861"/>
                </a:lnTo>
                <a:lnTo>
                  <a:pt x="14847" y="154404"/>
                </a:lnTo>
                <a:lnTo>
                  <a:pt x="0" y="152400"/>
                </a:lnTo>
                <a:lnTo>
                  <a:pt x="14847" y="150395"/>
                </a:lnTo>
                <a:lnTo>
                  <a:pt x="26955" y="144938"/>
                </a:lnTo>
                <a:lnTo>
                  <a:pt x="35111" y="136862"/>
                </a:lnTo>
                <a:lnTo>
                  <a:pt x="38100" y="127000"/>
                </a:lnTo>
                <a:lnTo>
                  <a:pt x="38100" y="25400"/>
                </a:lnTo>
                <a:lnTo>
                  <a:pt x="41088" y="15537"/>
                </a:lnTo>
                <a:lnTo>
                  <a:pt x="49244" y="7461"/>
                </a:lnTo>
                <a:lnTo>
                  <a:pt x="61352" y="2004"/>
                </a:lnTo>
                <a:lnTo>
                  <a:pt x="76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5410200" y="48768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0" y="76200"/>
                </a:moveTo>
                <a:lnTo>
                  <a:pt x="757007" y="61352"/>
                </a:lnTo>
                <a:lnTo>
                  <a:pt x="743394" y="49244"/>
                </a:lnTo>
                <a:lnTo>
                  <a:pt x="723209" y="41088"/>
                </a:lnTo>
                <a:lnTo>
                  <a:pt x="698500" y="38100"/>
                </a:lnTo>
                <a:lnTo>
                  <a:pt x="444500" y="38100"/>
                </a:lnTo>
                <a:lnTo>
                  <a:pt x="419790" y="35111"/>
                </a:lnTo>
                <a:lnTo>
                  <a:pt x="399605" y="26955"/>
                </a:lnTo>
                <a:lnTo>
                  <a:pt x="385992" y="14847"/>
                </a:lnTo>
                <a:lnTo>
                  <a:pt x="381000" y="0"/>
                </a:lnTo>
                <a:lnTo>
                  <a:pt x="376007" y="14847"/>
                </a:lnTo>
                <a:lnTo>
                  <a:pt x="362394" y="26955"/>
                </a:lnTo>
                <a:lnTo>
                  <a:pt x="342209" y="35111"/>
                </a:lnTo>
                <a:lnTo>
                  <a:pt x="317500" y="38100"/>
                </a:lnTo>
                <a:lnTo>
                  <a:pt x="63500" y="38100"/>
                </a:lnTo>
                <a:lnTo>
                  <a:pt x="38790" y="41088"/>
                </a:lnTo>
                <a:lnTo>
                  <a:pt x="18605" y="49244"/>
                </a:lnTo>
                <a:lnTo>
                  <a:pt x="4992" y="61352"/>
                </a:lnTo>
                <a:lnTo>
                  <a:pt x="0" y="76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5008626" y="57150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0" y="0"/>
                </a:moveTo>
                <a:lnTo>
                  <a:pt x="757007" y="14831"/>
                </a:lnTo>
                <a:lnTo>
                  <a:pt x="743394" y="26941"/>
                </a:lnTo>
                <a:lnTo>
                  <a:pt x="723209" y="35106"/>
                </a:lnTo>
                <a:lnTo>
                  <a:pt x="698500" y="38100"/>
                </a:lnTo>
                <a:lnTo>
                  <a:pt x="444500" y="38100"/>
                </a:lnTo>
                <a:lnTo>
                  <a:pt x="419736" y="41093"/>
                </a:lnTo>
                <a:lnTo>
                  <a:pt x="399557" y="49258"/>
                </a:lnTo>
                <a:lnTo>
                  <a:pt x="385974" y="61368"/>
                </a:lnTo>
                <a:lnTo>
                  <a:pt x="381000" y="76200"/>
                </a:lnTo>
                <a:lnTo>
                  <a:pt x="376007" y="61368"/>
                </a:lnTo>
                <a:lnTo>
                  <a:pt x="362394" y="49258"/>
                </a:lnTo>
                <a:lnTo>
                  <a:pt x="342209" y="41093"/>
                </a:lnTo>
                <a:lnTo>
                  <a:pt x="317500" y="38100"/>
                </a:lnTo>
                <a:lnTo>
                  <a:pt x="63500" y="38100"/>
                </a:lnTo>
                <a:lnTo>
                  <a:pt x="38736" y="35106"/>
                </a:lnTo>
                <a:lnTo>
                  <a:pt x="18557" y="26941"/>
                </a:lnTo>
                <a:lnTo>
                  <a:pt x="4974" y="1483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4854575" y="5738071"/>
            <a:ext cx="822960" cy="5245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19100">
              <a:lnSpc>
                <a:spcPts val="1739"/>
              </a:lnSpc>
              <a:spcBef>
                <a:spcPts val="130"/>
              </a:spcBef>
            </a:pPr>
            <a:r>
              <a:rPr sz="1450" b="1" i="1" spc="-25" dirty="0">
                <a:latin typeface="Verdana"/>
                <a:cs typeface="Verdana"/>
              </a:rPr>
              <a:t>A</a:t>
            </a:r>
            <a:r>
              <a:rPr sz="1350" b="1" spc="-37" baseline="-12345" dirty="0">
                <a:latin typeface="Tahoma"/>
                <a:cs typeface="Tahoma"/>
              </a:rPr>
              <a:t>0</a:t>
            </a:r>
            <a:endParaRPr sz="1350" baseline="-12345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sz="1800" b="1" i="1" dirty="0">
                <a:solidFill>
                  <a:srgbClr val="9900CC"/>
                </a:solidFill>
                <a:latin typeface="Calibri"/>
                <a:cs typeface="Calibri"/>
              </a:rPr>
              <a:t>TA</a:t>
            </a:r>
            <a:r>
              <a:rPr sz="1800" b="1" baseline="-11574" dirty="0">
                <a:solidFill>
                  <a:srgbClr val="9900CC"/>
                </a:solidFill>
                <a:latin typeface="Calibri"/>
                <a:cs typeface="Calibri"/>
              </a:rPr>
              <a:t>1</a:t>
            </a:r>
            <a:r>
              <a:rPr sz="1800" b="1" spc="89" baseline="-11574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9900CC"/>
                </a:solidFill>
                <a:latin typeface="Calibri"/>
                <a:cs typeface="Calibri"/>
              </a:rPr>
              <a:t>=</a:t>
            </a:r>
            <a:r>
              <a:rPr sz="1800" b="1" i="1" spc="-8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1800" b="1" i="1" spc="-25" dirty="0">
                <a:solidFill>
                  <a:srgbClr val="9900CC"/>
                </a:solidFill>
                <a:latin typeface="Calibri"/>
                <a:cs typeface="Calibri"/>
              </a:rPr>
              <a:t>A</a:t>
            </a:r>
            <a:r>
              <a:rPr sz="1800" b="1" spc="-37" baseline="-11574" dirty="0">
                <a:solidFill>
                  <a:srgbClr val="9900CC"/>
                </a:solidFill>
                <a:latin typeface="Calibri"/>
                <a:cs typeface="Calibri"/>
              </a:rPr>
              <a:t>0</a:t>
            </a:r>
            <a:endParaRPr sz="1800" baseline="-11574">
              <a:latin typeface="Calibri"/>
              <a:cs typeface="Calibri"/>
            </a:endParaRPr>
          </a:p>
        </p:txBody>
      </p:sp>
      <p:graphicFrame>
        <p:nvGraphicFramePr>
          <p:cNvPr id="30" name="object 30"/>
          <p:cNvGraphicFramePr>
            <a:graphicFrameLocks noGrp="1"/>
          </p:cNvGraphicFramePr>
          <p:nvPr/>
        </p:nvGraphicFramePr>
        <p:xfrm>
          <a:off x="4640262" y="5021262"/>
          <a:ext cx="1532255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" name="object 31"/>
          <p:cNvSpPr/>
          <p:nvPr/>
        </p:nvSpPr>
        <p:spPr>
          <a:xfrm>
            <a:off x="5105400" y="5065648"/>
            <a:ext cx="609600" cy="534035"/>
          </a:xfrm>
          <a:custGeom>
            <a:avLst/>
            <a:gdLst/>
            <a:ahLst/>
            <a:cxnLst/>
            <a:rect l="l" t="t" r="r" b="b"/>
            <a:pathLst>
              <a:path w="609600" h="534035">
                <a:moveTo>
                  <a:pt x="0" y="89026"/>
                </a:moveTo>
                <a:lnTo>
                  <a:pt x="6979" y="54381"/>
                </a:lnTo>
                <a:lnTo>
                  <a:pt x="26019" y="26082"/>
                </a:lnTo>
                <a:lnTo>
                  <a:pt x="54274" y="6998"/>
                </a:lnTo>
                <a:lnTo>
                  <a:pt x="88900" y="0"/>
                </a:lnTo>
                <a:lnTo>
                  <a:pt x="520700" y="0"/>
                </a:lnTo>
                <a:lnTo>
                  <a:pt x="555325" y="6998"/>
                </a:lnTo>
                <a:lnTo>
                  <a:pt x="583580" y="26082"/>
                </a:lnTo>
                <a:lnTo>
                  <a:pt x="602620" y="54381"/>
                </a:lnTo>
                <a:lnTo>
                  <a:pt x="609600" y="89026"/>
                </a:lnTo>
                <a:lnTo>
                  <a:pt x="609600" y="444500"/>
                </a:lnTo>
                <a:lnTo>
                  <a:pt x="602620" y="479135"/>
                </a:lnTo>
                <a:lnTo>
                  <a:pt x="583580" y="507412"/>
                </a:lnTo>
                <a:lnTo>
                  <a:pt x="555325" y="526474"/>
                </a:lnTo>
                <a:lnTo>
                  <a:pt x="520700" y="533463"/>
                </a:lnTo>
                <a:lnTo>
                  <a:pt x="88900" y="533463"/>
                </a:lnTo>
                <a:lnTo>
                  <a:pt x="54274" y="526474"/>
                </a:lnTo>
                <a:lnTo>
                  <a:pt x="26019" y="507412"/>
                </a:lnTo>
                <a:lnTo>
                  <a:pt x="6979" y="479135"/>
                </a:lnTo>
                <a:lnTo>
                  <a:pt x="0" y="444500"/>
                </a:lnTo>
                <a:lnTo>
                  <a:pt x="0" y="89026"/>
                </a:lnTo>
                <a:close/>
              </a:path>
            </a:pathLst>
          </a:custGeom>
          <a:ln w="1587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3651" y="5068823"/>
            <a:ext cx="1371600" cy="534035"/>
          </a:xfrm>
          <a:custGeom>
            <a:avLst/>
            <a:gdLst/>
            <a:ahLst/>
            <a:cxnLst/>
            <a:rect l="l" t="t" r="r" b="b"/>
            <a:pathLst>
              <a:path w="1371600" h="534035">
                <a:moveTo>
                  <a:pt x="0" y="89026"/>
                </a:moveTo>
                <a:lnTo>
                  <a:pt x="6979" y="54381"/>
                </a:lnTo>
                <a:lnTo>
                  <a:pt x="26019" y="26082"/>
                </a:lnTo>
                <a:lnTo>
                  <a:pt x="54274" y="6998"/>
                </a:lnTo>
                <a:lnTo>
                  <a:pt x="88900" y="0"/>
                </a:lnTo>
                <a:lnTo>
                  <a:pt x="1282573" y="0"/>
                </a:lnTo>
                <a:lnTo>
                  <a:pt x="1317218" y="6998"/>
                </a:lnTo>
                <a:lnTo>
                  <a:pt x="1345517" y="26082"/>
                </a:lnTo>
                <a:lnTo>
                  <a:pt x="1364601" y="54381"/>
                </a:lnTo>
                <a:lnTo>
                  <a:pt x="1371600" y="89026"/>
                </a:lnTo>
                <a:lnTo>
                  <a:pt x="1371600" y="444500"/>
                </a:lnTo>
                <a:lnTo>
                  <a:pt x="1364601" y="479135"/>
                </a:lnTo>
                <a:lnTo>
                  <a:pt x="1345517" y="507412"/>
                </a:lnTo>
                <a:lnTo>
                  <a:pt x="1317218" y="526474"/>
                </a:lnTo>
                <a:lnTo>
                  <a:pt x="1282573" y="533463"/>
                </a:lnTo>
                <a:lnTo>
                  <a:pt x="88900" y="533463"/>
                </a:lnTo>
                <a:lnTo>
                  <a:pt x="54274" y="526474"/>
                </a:lnTo>
                <a:lnTo>
                  <a:pt x="26019" y="507412"/>
                </a:lnTo>
                <a:lnTo>
                  <a:pt x="6979" y="479135"/>
                </a:lnTo>
                <a:lnTo>
                  <a:pt x="0" y="444500"/>
                </a:lnTo>
                <a:lnTo>
                  <a:pt x="0" y="89026"/>
                </a:lnTo>
                <a:close/>
              </a:path>
            </a:pathLst>
          </a:custGeom>
          <a:ln w="15875">
            <a:solidFill>
              <a:srgbClr val="99336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6531229" y="5356801"/>
            <a:ext cx="27432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450" b="1" i="1" spc="-25" dirty="0">
                <a:latin typeface="Verdana"/>
                <a:cs typeface="Verdana"/>
              </a:rPr>
              <a:t>A</a:t>
            </a:r>
            <a:r>
              <a:rPr sz="1350" b="1" spc="-37" baseline="-12345" dirty="0">
                <a:latin typeface="Tahoma"/>
                <a:cs typeface="Tahoma"/>
              </a:rPr>
              <a:t>2</a:t>
            </a:r>
            <a:endParaRPr sz="1350" baseline="-12345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7772400" y="48768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0" y="76200"/>
                </a:moveTo>
                <a:lnTo>
                  <a:pt x="757007" y="61352"/>
                </a:lnTo>
                <a:lnTo>
                  <a:pt x="743394" y="49244"/>
                </a:lnTo>
                <a:lnTo>
                  <a:pt x="723209" y="41088"/>
                </a:lnTo>
                <a:lnTo>
                  <a:pt x="698500" y="38100"/>
                </a:lnTo>
                <a:lnTo>
                  <a:pt x="444500" y="38100"/>
                </a:lnTo>
                <a:lnTo>
                  <a:pt x="419790" y="35111"/>
                </a:lnTo>
                <a:lnTo>
                  <a:pt x="399605" y="26955"/>
                </a:lnTo>
                <a:lnTo>
                  <a:pt x="385992" y="14847"/>
                </a:lnTo>
                <a:lnTo>
                  <a:pt x="381000" y="0"/>
                </a:lnTo>
                <a:lnTo>
                  <a:pt x="376007" y="14847"/>
                </a:lnTo>
                <a:lnTo>
                  <a:pt x="362394" y="26955"/>
                </a:lnTo>
                <a:lnTo>
                  <a:pt x="342209" y="35111"/>
                </a:lnTo>
                <a:lnTo>
                  <a:pt x="317500" y="38100"/>
                </a:lnTo>
                <a:lnTo>
                  <a:pt x="63500" y="38100"/>
                </a:lnTo>
                <a:lnTo>
                  <a:pt x="38790" y="41088"/>
                </a:lnTo>
                <a:lnTo>
                  <a:pt x="18605" y="49244"/>
                </a:lnTo>
                <a:lnTo>
                  <a:pt x="4992" y="61352"/>
                </a:lnTo>
                <a:lnTo>
                  <a:pt x="0" y="76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5" name="object 35"/>
          <p:cNvGraphicFramePr>
            <a:graphicFrameLocks noGrp="1"/>
          </p:cNvGraphicFramePr>
          <p:nvPr/>
        </p:nvGraphicFramePr>
        <p:xfrm>
          <a:off x="2525681" y="2859087"/>
          <a:ext cx="5723249" cy="205676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5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08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2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92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607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21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4293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750"/>
                        </a:lnSpc>
                        <a:spcBef>
                          <a:spcPts val="100"/>
                        </a:spcBef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66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166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3520"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66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1660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60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9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169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39395" algn="r">
                        <a:lnSpc>
                          <a:spcPts val="1695"/>
                        </a:lnSpc>
                      </a:pPr>
                      <a:r>
                        <a:rPr sz="1500" b="1" spc="-50" dirty="0"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algn="ctr">
                        <a:lnSpc>
                          <a:spcPts val="169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69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5725" algn="ctr">
                        <a:lnSpc>
                          <a:spcPts val="169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695"/>
                        </a:lnSpc>
                      </a:pPr>
                      <a:r>
                        <a:rPr sz="1500" b="1" spc="-50" dirty="0">
                          <a:solidFill>
                            <a:srgbClr val="0000FF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6995">
                        <a:lnSpc>
                          <a:spcPts val="1695"/>
                        </a:lnSpc>
                      </a:pPr>
                      <a:r>
                        <a:rPr sz="1500" b="1" spc="-50" dirty="0">
                          <a:solidFill>
                            <a:srgbClr val="80008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95"/>
                        </a:lnSpc>
                      </a:pPr>
                      <a:r>
                        <a:rPr sz="1500" b="1" spc="-50" dirty="0">
                          <a:solidFill>
                            <a:srgbClr val="00800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9050">
                      <a:solidFill>
                        <a:srgbClr val="008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1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60350" algn="r">
                        <a:lnSpc>
                          <a:spcPts val="1725"/>
                        </a:lnSpc>
                        <a:spcBef>
                          <a:spcPts val="110"/>
                        </a:spcBef>
                      </a:pPr>
                      <a:r>
                        <a:rPr sz="1450" b="1" i="1" spc="-2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350" b="1" spc="-37" baseline="-12345" dirty="0">
                          <a:latin typeface="Tahoma"/>
                          <a:cs typeface="Tahoma"/>
                        </a:rPr>
                        <a:t>1</a:t>
                      </a:r>
                      <a:endParaRPr sz="1350" baseline="-12345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ts val="1725"/>
                        </a:lnSpc>
                        <a:spcBef>
                          <a:spcPts val="110"/>
                        </a:spcBef>
                      </a:pPr>
                      <a:r>
                        <a:rPr sz="1450" b="1" i="1" spc="-2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350" b="1" spc="-37" baseline="-12345" dirty="0">
                          <a:latin typeface="Tahoma"/>
                          <a:cs typeface="Tahoma"/>
                        </a:rPr>
                        <a:t>1</a:t>
                      </a:r>
                      <a:endParaRPr sz="1350" baseline="-12345">
                        <a:latin typeface="Tahoma"/>
                        <a:cs typeface="Tahoma"/>
                      </a:endParaRPr>
                    </a:p>
                  </a:txBody>
                  <a:tcPr marL="0" marR="0" marT="1397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008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725"/>
                        </a:lnSpc>
                        <a:spcBef>
                          <a:spcPts val="110"/>
                        </a:spcBef>
                      </a:pPr>
                      <a:r>
                        <a:rPr sz="1450" b="1" i="1" spc="-25" dirty="0">
                          <a:latin typeface="Verdana"/>
                          <a:cs typeface="Verdana"/>
                        </a:rPr>
                        <a:t>A</a:t>
                      </a:r>
                      <a:r>
                        <a:rPr sz="1350" b="1" spc="-37" baseline="-12345" dirty="0">
                          <a:latin typeface="Tahoma"/>
                          <a:cs typeface="Tahoma"/>
                        </a:rPr>
                        <a:t>1</a:t>
                      </a:r>
                      <a:endParaRPr sz="1350" baseline="-12345">
                        <a:latin typeface="Tahoma"/>
                        <a:cs typeface="Tahoma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6" name="object 36"/>
          <p:cNvSpPr/>
          <p:nvPr/>
        </p:nvSpPr>
        <p:spPr>
          <a:xfrm>
            <a:off x="6858000" y="5334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76200" y="304800"/>
                </a:moveTo>
                <a:lnTo>
                  <a:pt x="61352" y="302804"/>
                </a:lnTo>
                <a:lnTo>
                  <a:pt x="49244" y="297362"/>
                </a:lnTo>
                <a:lnTo>
                  <a:pt x="41088" y="289289"/>
                </a:lnTo>
                <a:lnTo>
                  <a:pt x="38100" y="279400"/>
                </a:lnTo>
                <a:lnTo>
                  <a:pt x="38100" y="177800"/>
                </a:lnTo>
                <a:lnTo>
                  <a:pt x="35111" y="167937"/>
                </a:lnTo>
                <a:lnTo>
                  <a:pt x="26955" y="159861"/>
                </a:lnTo>
                <a:lnTo>
                  <a:pt x="14847" y="154404"/>
                </a:lnTo>
                <a:lnTo>
                  <a:pt x="0" y="152400"/>
                </a:lnTo>
                <a:lnTo>
                  <a:pt x="14847" y="150395"/>
                </a:lnTo>
                <a:lnTo>
                  <a:pt x="26955" y="144938"/>
                </a:lnTo>
                <a:lnTo>
                  <a:pt x="35111" y="136862"/>
                </a:lnTo>
                <a:lnTo>
                  <a:pt x="38100" y="127000"/>
                </a:lnTo>
                <a:lnTo>
                  <a:pt x="38100" y="25400"/>
                </a:lnTo>
                <a:lnTo>
                  <a:pt x="41088" y="15537"/>
                </a:lnTo>
                <a:lnTo>
                  <a:pt x="49244" y="7461"/>
                </a:lnTo>
                <a:lnTo>
                  <a:pt x="61352" y="2004"/>
                </a:lnTo>
                <a:lnTo>
                  <a:pt x="7620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370826" y="5715000"/>
            <a:ext cx="762000" cy="76200"/>
          </a:xfrm>
          <a:custGeom>
            <a:avLst/>
            <a:gdLst/>
            <a:ahLst/>
            <a:cxnLst/>
            <a:rect l="l" t="t" r="r" b="b"/>
            <a:pathLst>
              <a:path w="762000" h="76200">
                <a:moveTo>
                  <a:pt x="762000" y="0"/>
                </a:moveTo>
                <a:lnTo>
                  <a:pt x="757007" y="14831"/>
                </a:lnTo>
                <a:lnTo>
                  <a:pt x="743394" y="26941"/>
                </a:lnTo>
                <a:lnTo>
                  <a:pt x="723209" y="35106"/>
                </a:lnTo>
                <a:lnTo>
                  <a:pt x="698500" y="38100"/>
                </a:lnTo>
                <a:lnTo>
                  <a:pt x="444500" y="38100"/>
                </a:lnTo>
                <a:lnTo>
                  <a:pt x="419736" y="41093"/>
                </a:lnTo>
                <a:lnTo>
                  <a:pt x="399557" y="49258"/>
                </a:lnTo>
                <a:lnTo>
                  <a:pt x="385974" y="61368"/>
                </a:lnTo>
                <a:lnTo>
                  <a:pt x="381000" y="76200"/>
                </a:lnTo>
                <a:lnTo>
                  <a:pt x="376007" y="61368"/>
                </a:lnTo>
                <a:lnTo>
                  <a:pt x="362394" y="49258"/>
                </a:lnTo>
                <a:lnTo>
                  <a:pt x="342209" y="41093"/>
                </a:lnTo>
                <a:lnTo>
                  <a:pt x="317500" y="38100"/>
                </a:lnTo>
                <a:lnTo>
                  <a:pt x="63500" y="38100"/>
                </a:lnTo>
                <a:lnTo>
                  <a:pt x="38736" y="35106"/>
                </a:lnTo>
                <a:lnTo>
                  <a:pt x="18557" y="26941"/>
                </a:lnTo>
                <a:lnTo>
                  <a:pt x="4974" y="14831"/>
                </a:lnTo>
                <a:lnTo>
                  <a:pt x="0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7293609" y="5738071"/>
            <a:ext cx="722630" cy="5245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42265">
              <a:lnSpc>
                <a:spcPts val="1739"/>
              </a:lnSpc>
              <a:spcBef>
                <a:spcPts val="130"/>
              </a:spcBef>
            </a:pPr>
            <a:r>
              <a:rPr sz="1450" b="1" i="1" spc="-25" dirty="0">
                <a:latin typeface="Verdana"/>
                <a:cs typeface="Verdana"/>
              </a:rPr>
              <a:t>A</a:t>
            </a:r>
            <a:r>
              <a:rPr sz="1350" b="1" spc="-37" baseline="-12345" dirty="0">
                <a:latin typeface="Tahoma"/>
                <a:cs typeface="Tahoma"/>
              </a:rPr>
              <a:t>0</a:t>
            </a:r>
            <a:endParaRPr sz="1350" baseline="-12345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sz="1800" b="1" i="1" dirty="0">
                <a:solidFill>
                  <a:srgbClr val="006600"/>
                </a:solidFill>
                <a:latin typeface="Calibri"/>
                <a:cs typeface="Calibri"/>
              </a:rPr>
              <a:t>TA</a:t>
            </a:r>
            <a:r>
              <a:rPr sz="1800" b="1" baseline="-11574" dirty="0">
                <a:solidFill>
                  <a:srgbClr val="006600"/>
                </a:solidFill>
                <a:latin typeface="Calibri"/>
                <a:cs typeface="Calibri"/>
              </a:rPr>
              <a:t>0</a:t>
            </a:r>
            <a:r>
              <a:rPr sz="1800" b="1" spc="82" baseline="-11574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1800" b="1" i="1" dirty="0">
                <a:solidFill>
                  <a:srgbClr val="006600"/>
                </a:solidFill>
                <a:latin typeface="Calibri"/>
                <a:cs typeface="Calibri"/>
              </a:rPr>
              <a:t>=</a:t>
            </a:r>
            <a:r>
              <a:rPr sz="1800" b="1" i="1" spc="-7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006600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7002462" y="5021262"/>
          <a:ext cx="1532255" cy="609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4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0" name="object 40"/>
          <p:cNvGrpSpPr/>
          <p:nvPr/>
        </p:nvGrpSpPr>
        <p:grpSpPr>
          <a:xfrm>
            <a:off x="374650" y="4794250"/>
            <a:ext cx="317500" cy="393700"/>
            <a:chOff x="374650" y="4794250"/>
            <a:chExt cx="317500" cy="393700"/>
          </a:xfrm>
        </p:grpSpPr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000" y="4800600"/>
              <a:ext cx="304800" cy="38100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81000" y="48006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400" y="76200"/>
                  </a:moveTo>
                  <a:lnTo>
                    <a:pt x="266700" y="304800"/>
                  </a:lnTo>
                  <a:lnTo>
                    <a:pt x="38100" y="304800"/>
                  </a:lnTo>
                  <a:lnTo>
                    <a:pt x="152400" y="76200"/>
                  </a:lnTo>
                  <a:close/>
                </a:path>
                <a:path w="304800" h="381000">
                  <a:moveTo>
                    <a:pt x="0" y="381000"/>
                  </a:moveTo>
                  <a:lnTo>
                    <a:pt x="304800" y="381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374650" y="5251450"/>
            <a:ext cx="317500" cy="393700"/>
            <a:chOff x="374650" y="5251450"/>
            <a:chExt cx="317500" cy="393700"/>
          </a:xfrm>
        </p:grpSpPr>
        <p:pic>
          <p:nvPicPr>
            <p:cNvPr id="44" name="object 4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1000" y="5257800"/>
              <a:ext cx="304800" cy="38100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381000" y="5257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400" y="304800"/>
                  </a:moveTo>
                  <a:lnTo>
                    <a:pt x="38100" y="76200"/>
                  </a:lnTo>
                  <a:lnTo>
                    <a:pt x="266700" y="76200"/>
                  </a:lnTo>
                  <a:lnTo>
                    <a:pt x="152400" y="304800"/>
                  </a:lnTo>
                  <a:close/>
                </a:path>
                <a:path w="304800" h="381000">
                  <a:moveTo>
                    <a:pt x="0" y="381000"/>
                  </a:moveTo>
                  <a:lnTo>
                    <a:pt x="304800" y="381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374650" y="4337050"/>
            <a:ext cx="317500" cy="393700"/>
            <a:chOff x="374650" y="4337050"/>
            <a:chExt cx="317500" cy="393700"/>
          </a:xfrm>
        </p:grpSpPr>
        <p:pic>
          <p:nvPicPr>
            <p:cNvPr id="47" name="object 4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1000" y="4343400"/>
              <a:ext cx="304800" cy="38100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381000" y="43434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400" y="133350"/>
                  </a:moveTo>
                  <a:lnTo>
                    <a:pt x="266700" y="304800"/>
                  </a:lnTo>
                  <a:lnTo>
                    <a:pt x="38100" y="304800"/>
                  </a:lnTo>
                  <a:lnTo>
                    <a:pt x="152400" y="133350"/>
                  </a:lnTo>
                  <a:close/>
                </a:path>
                <a:path w="304800" h="381000">
                  <a:moveTo>
                    <a:pt x="266700" y="104775"/>
                  </a:moveTo>
                  <a:lnTo>
                    <a:pt x="38100" y="104775"/>
                  </a:lnTo>
                  <a:lnTo>
                    <a:pt x="38100" y="76200"/>
                  </a:lnTo>
                  <a:lnTo>
                    <a:pt x="266700" y="76200"/>
                  </a:lnTo>
                  <a:lnTo>
                    <a:pt x="266700" y="104775"/>
                  </a:lnTo>
                  <a:close/>
                </a:path>
                <a:path w="304800" h="381000">
                  <a:moveTo>
                    <a:pt x="0" y="381000"/>
                  </a:moveTo>
                  <a:lnTo>
                    <a:pt x="304800" y="381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9" name="object 49"/>
          <p:cNvGrpSpPr/>
          <p:nvPr/>
        </p:nvGrpSpPr>
        <p:grpSpPr>
          <a:xfrm>
            <a:off x="374650" y="5708650"/>
            <a:ext cx="317500" cy="393700"/>
            <a:chOff x="374650" y="5708650"/>
            <a:chExt cx="317500" cy="393700"/>
          </a:xfrm>
        </p:grpSpPr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1000" y="5715000"/>
              <a:ext cx="304800" cy="381000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381000" y="57150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152400" y="247650"/>
                  </a:moveTo>
                  <a:lnTo>
                    <a:pt x="38100" y="76200"/>
                  </a:lnTo>
                  <a:lnTo>
                    <a:pt x="266700" y="76200"/>
                  </a:lnTo>
                  <a:lnTo>
                    <a:pt x="152400" y="247650"/>
                  </a:lnTo>
                  <a:close/>
                </a:path>
                <a:path w="304800" h="381000">
                  <a:moveTo>
                    <a:pt x="266700" y="276225"/>
                  </a:moveTo>
                  <a:lnTo>
                    <a:pt x="266700" y="304800"/>
                  </a:lnTo>
                  <a:lnTo>
                    <a:pt x="38100" y="304800"/>
                  </a:lnTo>
                  <a:lnTo>
                    <a:pt x="38100" y="276225"/>
                  </a:lnTo>
                  <a:lnTo>
                    <a:pt x="266700" y="276225"/>
                  </a:lnTo>
                  <a:close/>
                </a:path>
                <a:path w="304800" h="381000">
                  <a:moveTo>
                    <a:pt x="0" y="381000"/>
                  </a:moveTo>
                  <a:lnTo>
                    <a:pt x="304800" y="381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3579114" y="6280810"/>
            <a:ext cx="19862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Synchronous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(Parallel)</a:t>
            </a:r>
            <a:r>
              <a:rPr sz="1200" spc="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Counters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954" y="510920"/>
            <a:ext cx="72370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Synchronous</a:t>
            </a:r>
            <a:r>
              <a:rPr spc="-170" dirty="0"/>
              <a:t> </a:t>
            </a:r>
            <a:r>
              <a:rPr spc="-20" dirty="0"/>
              <a:t>(Parallel)</a:t>
            </a:r>
            <a:r>
              <a:rPr spc="-140" dirty="0"/>
              <a:t> </a:t>
            </a:r>
            <a:r>
              <a:rPr spc="-10" dirty="0"/>
              <a:t>Counters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9344" y="1170792"/>
            <a:ext cx="7050405" cy="81724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415"/>
              </a:spcBef>
              <a:buSzPct val="120000"/>
              <a:buFont typeface="Wingdings"/>
              <a:buChar char=""/>
              <a:tabLst>
                <a:tab pos="367665" algn="l"/>
              </a:tabLst>
            </a:pPr>
            <a:r>
              <a:rPr sz="2500" dirty="0">
                <a:latin typeface="Calibri"/>
                <a:cs typeface="Calibri"/>
              </a:rPr>
              <a:t>Example: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3-</a:t>
            </a:r>
            <a:r>
              <a:rPr sz="2500" dirty="0">
                <a:latin typeface="Calibri"/>
                <a:cs typeface="Calibri"/>
              </a:rPr>
              <a:t>bit</a:t>
            </a:r>
            <a:r>
              <a:rPr sz="2500" spc="-80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synchronous</a:t>
            </a:r>
            <a:r>
              <a:rPr sz="2500" spc="-6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binary</a:t>
            </a:r>
            <a:r>
              <a:rPr sz="2500" spc="-70" dirty="0">
                <a:latin typeface="Calibri"/>
                <a:cs typeface="Calibri"/>
              </a:rPr>
              <a:t> </a:t>
            </a:r>
            <a:r>
              <a:rPr sz="2500" dirty="0">
                <a:latin typeface="Calibri"/>
                <a:cs typeface="Calibri"/>
              </a:rPr>
              <a:t>counter</a:t>
            </a:r>
            <a:r>
              <a:rPr sz="2500" spc="-75" dirty="0">
                <a:latin typeface="Calibri"/>
                <a:cs typeface="Calibri"/>
              </a:rPr>
              <a:t> </a:t>
            </a:r>
            <a:r>
              <a:rPr sz="2500" spc="-10" dirty="0">
                <a:latin typeface="Calibri"/>
                <a:cs typeface="Calibri"/>
              </a:rPr>
              <a:t>(cont’d).</a:t>
            </a:r>
            <a:endParaRPr sz="2500">
              <a:latin typeface="Calibri"/>
              <a:cs typeface="Calibri"/>
            </a:endParaRPr>
          </a:p>
          <a:p>
            <a:pPr marL="481965">
              <a:lnSpc>
                <a:spcPct val="100000"/>
              </a:lnSpc>
              <a:spcBef>
                <a:spcPts val="275"/>
              </a:spcBef>
              <a:tabLst>
                <a:tab pos="2768600" algn="l"/>
              </a:tabLst>
            </a:pPr>
            <a:r>
              <a:rPr sz="2200" i="1" spc="-10" dirty="0">
                <a:solidFill>
                  <a:srgbClr val="0000CC"/>
                </a:solidFill>
                <a:latin typeface="Calibri"/>
                <a:cs typeface="Calibri"/>
              </a:rPr>
              <a:t>TA</a:t>
            </a:r>
            <a:r>
              <a:rPr sz="2175" spc="-15" baseline="-11494" dirty="0">
                <a:solidFill>
                  <a:srgbClr val="0000CC"/>
                </a:solidFill>
                <a:latin typeface="Calibri"/>
                <a:cs typeface="Calibri"/>
              </a:rPr>
              <a:t>2</a:t>
            </a:r>
            <a:r>
              <a:rPr sz="2175" spc="97" baseline="-11494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0000CC"/>
                </a:solidFill>
                <a:latin typeface="Calibri"/>
                <a:cs typeface="Calibri"/>
              </a:rPr>
              <a:t>=</a:t>
            </a:r>
            <a:r>
              <a:rPr sz="2200" i="1" spc="-75" dirty="0">
                <a:solidFill>
                  <a:srgbClr val="0000CC"/>
                </a:solidFill>
                <a:latin typeface="Calibri"/>
                <a:cs typeface="Calibri"/>
              </a:rPr>
              <a:t> </a:t>
            </a:r>
            <a:r>
              <a:rPr sz="2200" i="1" spc="-20" dirty="0">
                <a:solidFill>
                  <a:srgbClr val="0000CC"/>
                </a:solidFill>
                <a:latin typeface="Calibri"/>
                <a:cs typeface="Calibri"/>
              </a:rPr>
              <a:t>A</a:t>
            </a:r>
            <a:r>
              <a:rPr sz="2175" spc="-30" baseline="-11494" dirty="0">
                <a:solidFill>
                  <a:srgbClr val="0000CC"/>
                </a:solidFill>
                <a:latin typeface="Calibri"/>
                <a:cs typeface="Calibri"/>
              </a:rPr>
              <a:t>1</a:t>
            </a:r>
            <a:r>
              <a:rPr sz="2200" i="1" spc="-20" dirty="0">
                <a:solidFill>
                  <a:srgbClr val="0000CC"/>
                </a:solidFill>
                <a:latin typeface="Calibri"/>
                <a:cs typeface="Calibri"/>
              </a:rPr>
              <a:t>.A</a:t>
            </a:r>
            <a:r>
              <a:rPr sz="2175" spc="-30" baseline="-11494" dirty="0">
                <a:solidFill>
                  <a:srgbClr val="0000CC"/>
                </a:solidFill>
                <a:latin typeface="Calibri"/>
                <a:cs typeface="Calibri"/>
              </a:rPr>
              <a:t>0</a:t>
            </a:r>
            <a:r>
              <a:rPr sz="2175" baseline="-11494" dirty="0">
                <a:solidFill>
                  <a:srgbClr val="0000CC"/>
                </a:solidFill>
                <a:latin typeface="Calibri"/>
                <a:cs typeface="Calibri"/>
              </a:rPr>
              <a:t>	</a:t>
            </a:r>
            <a:r>
              <a:rPr sz="2200" i="1" spc="-10" dirty="0">
                <a:solidFill>
                  <a:srgbClr val="9900CC"/>
                </a:solidFill>
                <a:latin typeface="Calibri"/>
                <a:cs typeface="Calibri"/>
              </a:rPr>
              <a:t>TA</a:t>
            </a:r>
            <a:r>
              <a:rPr sz="2175" spc="-15" baseline="-11494" dirty="0">
                <a:solidFill>
                  <a:srgbClr val="9900CC"/>
                </a:solidFill>
                <a:latin typeface="Calibri"/>
                <a:cs typeface="Calibri"/>
              </a:rPr>
              <a:t>1</a:t>
            </a:r>
            <a:r>
              <a:rPr sz="2175" spc="75" baseline="-11494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9900CC"/>
                </a:solidFill>
                <a:latin typeface="Calibri"/>
                <a:cs typeface="Calibri"/>
              </a:rPr>
              <a:t>=</a:t>
            </a:r>
            <a:r>
              <a:rPr sz="2200" i="1" spc="-70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9900CC"/>
                </a:solidFill>
                <a:latin typeface="Calibri"/>
                <a:cs typeface="Calibri"/>
              </a:rPr>
              <a:t>A</a:t>
            </a:r>
            <a:r>
              <a:rPr sz="2175" spc="-15" baseline="-11494" dirty="0">
                <a:solidFill>
                  <a:srgbClr val="9900CC"/>
                </a:solidFill>
                <a:latin typeface="Calibri"/>
                <a:cs typeface="Calibri"/>
              </a:rPr>
              <a:t>0</a:t>
            </a:r>
            <a:r>
              <a:rPr sz="2175" spc="-240" baseline="-11494" dirty="0">
                <a:solidFill>
                  <a:srgbClr val="9900CC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006600"/>
                </a:solidFill>
                <a:latin typeface="Calibri"/>
                <a:cs typeface="Calibri"/>
              </a:rPr>
              <a:t>TA</a:t>
            </a:r>
            <a:r>
              <a:rPr sz="2175" spc="-15" baseline="-11494" dirty="0">
                <a:solidFill>
                  <a:srgbClr val="006600"/>
                </a:solidFill>
                <a:latin typeface="Calibri"/>
                <a:cs typeface="Calibri"/>
              </a:rPr>
              <a:t>0</a:t>
            </a:r>
            <a:r>
              <a:rPr sz="2175" spc="120" baseline="-11494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006600"/>
                </a:solidFill>
                <a:latin typeface="Calibri"/>
                <a:cs typeface="Calibri"/>
              </a:rPr>
              <a:t>=</a:t>
            </a:r>
            <a:r>
              <a:rPr sz="2200" i="1" spc="-65" dirty="0">
                <a:solidFill>
                  <a:srgbClr val="006600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006600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53756" y="51815"/>
            <a:ext cx="792480" cy="460375"/>
            <a:chOff x="7953756" y="51815"/>
            <a:chExt cx="792480" cy="460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3756" y="51815"/>
              <a:ext cx="780288" cy="4602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9788" y="103631"/>
              <a:ext cx="536448" cy="3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6237" y="71437"/>
              <a:ext cx="695325" cy="374650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2811462" y="2963862"/>
            <a:ext cx="3854450" cy="1732280"/>
            <a:chOff x="2811462" y="2963862"/>
            <a:chExt cx="3854450" cy="1732280"/>
          </a:xfrm>
        </p:grpSpPr>
        <p:sp>
          <p:nvSpPr>
            <p:cNvPr id="9" name="object 9"/>
            <p:cNvSpPr/>
            <p:nvPr/>
          </p:nvSpPr>
          <p:spPr>
            <a:xfrm>
              <a:off x="4419600" y="4572000"/>
              <a:ext cx="1447800" cy="0"/>
            </a:xfrm>
            <a:custGeom>
              <a:avLst/>
              <a:gdLst/>
              <a:ahLst/>
              <a:cxnLst/>
              <a:rect l="l" t="t" r="r" b="b"/>
              <a:pathLst>
                <a:path w="1447800">
                  <a:moveTo>
                    <a:pt x="0" y="0"/>
                  </a:moveTo>
                  <a:lnTo>
                    <a:pt x="1447800" y="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8600" y="4343400"/>
              <a:ext cx="392430" cy="344805"/>
            </a:xfrm>
            <a:custGeom>
              <a:avLst/>
              <a:gdLst/>
              <a:ahLst/>
              <a:cxnLst/>
              <a:rect l="l" t="t" r="r" b="b"/>
              <a:pathLst>
                <a:path w="392429" h="344804">
                  <a:moveTo>
                    <a:pt x="392175" y="0"/>
                  </a:moveTo>
                  <a:lnTo>
                    <a:pt x="196087" y="0"/>
                  </a:lnTo>
                  <a:lnTo>
                    <a:pt x="143948" y="6150"/>
                  </a:lnTo>
                  <a:lnTo>
                    <a:pt x="97103" y="23509"/>
                  </a:lnTo>
                  <a:lnTo>
                    <a:pt x="57419" y="50434"/>
                  </a:lnTo>
                  <a:lnTo>
                    <a:pt x="26764" y="85287"/>
                  </a:lnTo>
                  <a:lnTo>
                    <a:pt x="7002" y="126426"/>
                  </a:lnTo>
                  <a:lnTo>
                    <a:pt x="0" y="172212"/>
                  </a:lnTo>
                  <a:lnTo>
                    <a:pt x="7002" y="217997"/>
                  </a:lnTo>
                  <a:lnTo>
                    <a:pt x="26764" y="259136"/>
                  </a:lnTo>
                  <a:lnTo>
                    <a:pt x="57419" y="293989"/>
                  </a:lnTo>
                  <a:lnTo>
                    <a:pt x="97103" y="320914"/>
                  </a:lnTo>
                  <a:lnTo>
                    <a:pt x="143948" y="338273"/>
                  </a:lnTo>
                  <a:lnTo>
                    <a:pt x="196087" y="344424"/>
                  </a:lnTo>
                  <a:lnTo>
                    <a:pt x="392175" y="344424"/>
                  </a:lnTo>
                  <a:lnTo>
                    <a:pt x="392175" y="0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67400" y="3200400"/>
              <a:ext cx="0" cy="1371600"/>
            </a:xfrm>
            <a:custGeom>
              <a:avLst/>
              <a:gdLst/>
              <a:ahLst/>
              <a:cxnLst/>
              <a:rect l="l" t="t" r="r" b="b"/>
              <a:pathLst>
                <a:path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00800" y="3886200"/>
              <a:ext cx="0" cy="228600"/>
            </a:xfrm>
            <a:custGeom>
              <a:avLst/>
              <a:gdLst/>
              <a:ahLst/>
              <a:cxnLst/>
              <a:rect l="l" t="t" r="r" b="b"/>
              <a:pathLst>
                <a:path h="228600">
                  <a:moveTo>
                    <a:pt x="0" y="0"/>
                  </a:moveTo>
                  <a:lnTo>
                    <a:pt x="0" y="228600"/>
                  </a:lnTo>
                </a:path>
              </a:pathLst>
            </a:custGeom>
            <a:ln w="1587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76600" y="3200400"/>
              <a:ext cx="2133600" cy="1295400"/>
            </a:xfrm>
            <a:custGeom>
              <a:avLst/>
              <a:gdLst/>
              <a:ahLst/>
              <a:cxnLst/>
              <a:rect l="l" t="t" r="r" b="b"/>
              <a:pathLst>
                <a:path w="2133600" h="1295400">
                  <a:moveTo>
                    <a:pt x="1371600" y="0"/>
                  </a:moveTo>
                  <a:lnTo>
                    <a:pt x="1371600" y="1219200"/>
                  </a:lnTo>
                </a:path>
                <a:path w="2133600" h="1295400">
                  <a:moveTo>
                    <a:pt x="457200" y="685800"/>
                  </a:moveTo>
                  <a:lnTo>
                    <a:pt x="457200" y="1295400"/>
                  </a:lnTo>
                </a:path>
                <a:path w="2133600" h="1295400">
                  <a:moveTo>
                    <a:pt x="1371600" y="0"/>
                  </a:moveTo>
                  <a:lnTo>
                    <a:pt x="2133600" y="0"/>
                  </a:lnTo>
                </a:path>
                <a:path w="2133600" h="1295400">
                  <a:moveTo>
                    <a:pt x="1143000" y="1219200"/>
                  </a:moveTo>
                  <a:lnTo>
                    <a:pt x="1371600" y="1219200"/>
                  </a:lnTo>
                </a:path>
                <a:path w="2133600" h="1295400">
                  <a:moveTo>
                    <a:pt x="0" y="1295400"/>
                  </a:moveTo>
                  <a:lnTo>
                    <a:pt x="762000" y="12954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97713" y="3168586"/>
              <a:ext cx="68199" cy="778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78513" y="3168586"/>
              <a:ext cx="68199" cy="7785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0512" y="4529137"/>
              <a:ext cx="68325" cy="778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867400" y="32004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819400" y="3886200"/>
              <a:ext cx="3581400" cy="228600"/>
            </a:xfrm>
            <a:custGeom>
              <a:avLst/>
              <a:gdLst/>
              <a:ahLst/>
              <a:cxnLst/>
              <a:rect l="l" t="t" r="r" b="b"/>
              <a:pathLst>
                <a:path w="3581400" h="228600">
                  <a:moveTo>
                    <a:pt x="0" y="228600"/>
                  </a:moveTo>
                  <a:lnTo>
                    <a:pt x="3581400" y="228600"/>
                  </a:lnTo>
                </a:path>
                <a:path w="3581400" h="228600">
                  <a:moveTo>
                    <a:pt x="2362200" y="0"/>
                  </a:moveTo>
                  <a:lnTo>
                    <a:pt x="2362200" y="228600"/>
                  </a:lnTo>
                </a:path>
                <a:path w="3581400" h="228600">
                  <a:moveTo>
                    <a:pt x="685800" y="0"/>
                  </a:moveTo>
                  <a:lnTo>
                    <a:pt x="685800" y="228600"/>
                  </a:lnTo>
                </a:path>
              </a:pathLst>
            </a:custGeom>
            <a:ln w="15875">
              <a:solidFill>
                <a:srgbClr val="000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33800" y="2971800"/>
              <a:ext cx="2895600" cy="1600200"/>
            </a:xfrm>
            <a:custGeom>
              <a:avLst/>
              <a:gdLst/>
              <a:ahLst/>
              <a:cxnLst/>
              <a:rect l="l" t="t" r="r" b="b"/>
              <a:pathLst>
                <a:path w="2895600" h="1600200">
                  <a:moveTo>
                    <a:pt x="2895600" y="914400"/>
                  </a:moveTo>
                  <a:lnTo>
                    <a:pt x="2895600" y="1371600"/>
                  </a:lnTo>
                </a:path>
                <a:path w="2895600" h="1600200">
                  <a:moveTo>
                    <a:pt x="0" y="0"/>
                  </a:moveTo>
                  <a:lnTo>
                    <a:pt x="0" y="457200"/>
                  </a:lnTo>
                </a:path>
                <a:path w="2895600" h="1600200">
                  <a:moveTo>
                    <a:pt x="1676400" y="914400"/>
                  </a:moveTo>
                  <a:lnTo>
                    <a:pt x="1676400" y="1600200"/>
                  </a:lnTo>
                </a:path>
                <a:path w="2895600" h="1600200">
                  <a:moveTo>
                    <a:pt x="1676400" y="0"/>
                  </a:moveTo>
                  <a:lnTo>
                    <a:pt x="1676400" y="457200"/>
                  </a:lnTo>
                </a:path>
                <a:path w="2895600" h="1600200">
                  <a:moveTo>
                    <a:pt x="2895600" y="0"/>
                  </a:moveTo>
                  <a:lnTo>
                    <a:pt x="2895600" y="4572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1912" y="4070286"/>
              <a:ext cx="68325" cy="7785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65512" y="4070286"/>
              <a:ext cx="68325" cy="7785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6937629" y="4209669"/>
            <a:ext cx="1416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59175" y="2609215"/>
            <a:ext cx="292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i="1" spc="-25" dirty="0">
                <a:latin typeface="Calibri"/>
                <a:cs typeface="Calibri"/>
              </a:rPr>
              <a:t>A</a:t>
            </a:r>
            <a:r>
              <a:rPr sz="1800" b="1" spc="-37" baseline="-20833" dirty="0">
                <a:latin typeface="Calibri"/>
                <a:cs typeface="Calibri"/>
              </a:rPr>
              <a:t>2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41194" y="3981069"/>
            <a:ext cx="2660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spc="-25" dirty="0">
                <a:latin typeface="Calibri"/>
                <a:cs typeface="Calibri"/>
              </a:rPr>
              <a:t>CP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35828" y="2609215"/>
            <a:ext cx="292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i="1" spc="-25" dirty="0">
                <a:latin typeface="Calibri"/>
                <a:cs typeface="Calibri"/>
              </a:rPr>
              <a:t>A</a:t>
            </a:r>
            <a:r>
              <a:rPr sz="1800" b="1" spc="-37" baseline="-20833" dirty="0">
                <a:latin typeface="Calibri"/>
                <a:cs typeface="Calibri"/>
              </a:rPr>
              <a:t>1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55028" y="2609215"/>
            <a:ext cx="292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i="1" spc="-25" dirty="0">
                <a:latin typeface="Calibri"/>
                <a:cs typeface="Calibri"/>
              </a:rPr>
              <a:t>A</a:t>
            </a:r>
            <a:r>
              <a:rPr sz="1800" b="1" spc="-37" baseline="-20833" dirty="0">
                <a:latin typeface="Calibri"/>
                <a:cs typeface="Calibri"/>
              </a:rPr>
              <a:t>0</a:t>
            </a:r>
            <a:endParaRPr sz="1800" baseline="-20833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673475" y="3283432"/>
            <a:ext cx="133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42900"/>
              </a:lnSpc>
              <a:spcBef>
                <a:spcPts val="95"/>
              </a:spcBef>
            </a:pPr>
            <a:r>
              <a:rPr sz="1400" b="1" i="1" spc="-50" dirty="0">
                <a:latin typeface="Calibri"/>
                <a:cs typeface="Calibri"/>
              </a:rPr>
              <a:t>Q 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114675" y="3394075"/>
            <a:ext cx="835025" cy="501650"/>
            <a:chOff x="3114675" y="3394075"/>
            <a:chExt cx="835025" cy="501650"/>
          </a:xfrm>
        </p:grpSpPr>
        <p:sp>
          <p:nvSpPr>
            <p:cNvPr id="29" name="object 29"/>
            <p:cNvSpPr/>
            <p:nvPr/>
          </p:nvSpPr>
          <p:spPr>
            <a:xfrm>
              <a:off x="3124200" y="3403600"/>
              <a:ext cx="815975" cy="482600"/>
            </a:xfrm>
            <a:custGeom>
              <a:avLst/>
              <a:gdLst/>
              <a:ahLst/>
              <a:cxnLst/>
              <a:rect l="l" t="t" r="r" b="b"/>
              <a:pathLst>
                <a:path w="815975" h="482600">
                  <a:moveTo>
                    <a:pt x="0" y="482600"/>
                  </a:moveTo>
                  <a:lnTo>
                    <a:pt x="815975" y="482600"/>
                  </a:lnTo>
                  <a:lnTo>
                    <a:pt x="815975" y="0"/>
                  </a:lnTo>
                  <a:lnTo>
                    <a:pt x="0" y="0"/>
                  </a:lnTo>
                  <a:lnTo>
                    <a:pt x="0" y="482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429000" y="3810000"/>
              <a:ext cx="152400" cy="76200"/>
            </a:xfrm>
            <a:custGeom>
              <a:avLst/>
              <a:gdLst/>
              <a:ahLst/>
              <a:cxnLst/>
              <a:rect l="l" t="t" r="r" b="b"/>
              <a:pathLst>
                <a:path w="152400" h="76200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0" y="76200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216275" y="3679063"/>
            <a:ext cx="717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i="1" spc="-50" dirty="0">
                <a:latin typeface="Calibri"/>
                <a:cs typeface="Calibri"/>
              </a:rPr>
              <a:t>J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50128" y="3283432"/>
            <a:ext cx="133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42900"/>
              </a:lnSpc>
              <a:spcBef>
                <a:spcPts val="95"/>
              </a:spcBef>
            </a:pPr>
            <a:r>
              <a:rPr sz="1400" b="1" i="1" spc="-50" dirty="0">
                <a:latin typeface="Calibri"/>
                <a:cs typeface="Calibri"/>
              </a:rPr>
              <a:t>Q 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791075" y="3394075"/>
            <a:ext cx="835025" cy="501650"/>
            <a:chOff x="4791075" y="3394075"/>
            <a:chExt cx="835025" cy="501650"/>
          </a:xfrm>
        </p:grpSpPr>
        <p:sp>
          <p:nvSpPr>
            <p:cNvPr id="34" name="object 34"/>
            <p:cNvSpPr/>
            <p:nvPr/>
          </p:nvSpPr>
          <p:spPr>
            <a:xfrm>
              <a:off x="4800600" y="3403600"/>
              <a:ext cx="815975" cy="482600"/>
            </a:xfrm>
            <a:custGeom>
              <a:avLst/>
              <a:gdLst/>
              <a:ahLst/>
              <a:cxnLst/>
              <a:rect l="l" t="t" r="r" b="b"/>
              <a:pathLst>
                <a:path w="815975" h="482600">
                  <a:moveTo>
                    <a:pt x="0" y="482600"/>
                  </a:moveTo>
                  <a:lnTo>
                    <a:pt x="815975" y="482600"/>
                  </a:lnTo>
                  <a:lnTo>
                    <a:pt x="815975" y="0"/>
                  </a:lnTo>
                  <a:lnTo>
                    <a:pt x="0" y="0"/>
                  </a:lnTo>
                  <a:lnTo>
                    <a:pt x="0" y="482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105400" y="3810000"/>
              <a:ext cx="152400" cy="76200"/>
            </a:xfrm>
            <a:custGeom>
              <a:avLst/>
              <a:gdLst/>
              <a:ahLst/>
              <a:cxnLst/>
              <a:rect l="l" t="t" r="r" b="b"/>
              <a:pathLst>
                <a:path w="152400" h="76200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0" y="76200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92675" y="3679063"/>
            <a:ext cx="717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i="1" spc="-50" dirty="0">
                <a:latin typeface="Calibri"/>
                <a:cs typeface="Calibri"/>
              </a:rPr>
              <a:t>J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69329" y="3283432"/>
            <a:ext cx="133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42900"/>
              </a:lnSpc>
              <a:spcBef>
                <a:spcPts val="95"/>
              </a:spcBef>
            </a:pPr>
            <a:r>
              <a:rPr sz="1400" b="1" i="1" spc="-50" dirty="0">
                <a:latin typeface="Calibri"/>
                <a:cs typeface="Calibri"/>
              </a:rPr>
              <a:t>Q K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10275" y="3394075"/>
            <a:ext cx="835025" cy="501650"/>
            <a:chOff x="6010275" y="3394075"/>
            <a:chExt cx="835025" cy="501650"/>
          </a:xfrm>
        </p:grpSpPr>
        <p:sp>
          <p:nvSpPr>
            <p:cNvPr id="39" name="object 39"/>
            <p:cNvSpPr/>
            <p:nvPr/>
          </p:nvSpPr>
          <p:spPr>
            <a:xfrm>
              <a:off x="6019800" y="3403600"/>
              <a:ext cx="815975" cy="482600"/>
            </a:xfrm>
            <a:custGeom>
              <a:avLst/>
              <a:gdLst/>
              <a:ahLst/>
              <a:cxnLst/>
              <a:rect l="l" t="t" r="r" b="b"/>
              <a:pathLst>
                <a:path w="815975" h="482600">
                  <a:moveTo>
                    <a:pt x="0" y="482600"/>
                  </a:moveTo>
                  <a:lnTo>
                    <a:pt x="815975" y="482600"/>
                  </a:lnTo>
                  <a:lnTo>
                    <a:pt x="815975" y="0"/>
                  </a:lnTo>
                  <a:lnTo>
                    <a:pt x="0" y="0"/>
                  </a:lnTo>
                  <a:lnTo>
                    <a:pt x="0" y="48260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324600" y="3810000"/>
              <a:ext cx="152400" cy="76200"/>
            </a:xfrm>
            <a:custGeom>
              <a:avLst/>
              <a:gdLst/>
              <a:ahLst/>
              <a:cxnLst/>
              <a:rect l="l" t="t" r="r" b="b"/>
              <a:pathLst>
                <a:path w="152400" h="76200">
                  <a:moveTo>
                    <a:pt x="0" y="76200"/>
                  </a:moveTo>
                  <a:lnTo>
                    <a:pt x="76200" y="0"/>
                  </a:lnTo>
                  <a:lnTo>
                    <a:pt x="152400" y="76200"/>
                  </a:lnTo>
                  <a:lnTo>
                    <a:pt x="0" y="76200"/>
                  </a:lnTo>
                  <a:close/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112128" y="3679063"/>
            <a:ext cx="717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b="1" i="1" spc="-50" dirty="0">
                <a:latin typeface="Calibri"/>
                <a:cs typeface="Calibri"/>
              </a:rPr>
              <a:t>J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268662" y="3886200"/>
            <a:ext cx="3589654" cy="730885"/>
            <a:chOff x="3268662" y="3886200"/>
            <a:chExt cx="3589654" cy="730885"/>
          </a:xfrm>
        </p:grpSpPr>
        <p:sp>
          <p:nvSpPr>
            <p:cNvPr id="43" name="object 43"/>
            <p:cNvSpPr/>
            <p:nvPr/>
          </p:nvSpPr>
          <p:spPr>
            <a:xfrm>
              <a:off x="3276600" y="3886200"/>
              <a:ext cx="0" cy="609600"/>
            </a:xfrm>
            <a:custGeom>
              <a:avLst/>
              <a:gdLst/>
              <a:ahLst/>
              <a:cxnLst/>
              <a:rect l="l" t="t" r="r" b="b"/>
              <a:pathLst>
                <a:path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89413" y="4463986"/>
              <a:ext cx="68199" cy="77850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953000" y="3886200"/>
              <a:ext cx="0" cy="685800"/>
            </a:xfrm>
            <a:custGeom>
              <a:avLst/>
              <a:gdLst/>
              <a:ahLst/>
              <a:cxnLst/>
              <a:rect l="l" t="t" r="r" b="b"/>
              <a:pathLst>
                <a:path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1313" y="4538662"/>
              <a:ext cx="68199" cy="77850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172200" y="3886200"/>
              <a:ext cx="685800" cy="457200"/>
            </a:xfrm>
            <a:custGeom>
              <a:avLst/>
              <a:gdLst/>
              <a:ahLst/>
              <a:cxnLst/>
              <a:rect l="l" t="t" r="r" b="b"/>
              <a:pathLst>
                <a:path w="685800" h="457200">
                  <a:moveTo>
                    <a:pt x="0" y="0"/>
                  </a:moveTo>
                  <a:lnTo>
                    <a:pt x="0" y="457200"/>
                  </a:lnTo>
                </a:path>
                <a:path w="685800" h="457200">
                  <a:moveTo>
                    <a:pt x="0" y="457200"/>
                  </a:moveTo>
                  <a:lnTo>
                    <a:pt x="685800" y="4572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78663" y="4316412"/>
              <a:ext cx="68199" cy="77850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579114" y="6280810"/>
            <a:ext cx="19862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Synchronous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(Parallel)</a:t>
            </a:r>
            <a:r>
              <a:rPr sz="1200" spc="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Counters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4154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Synchronous</a:t>
            </a:r>
            <a:r>
              <a:rPr spc="-170" dirty="0"/>
              <a:t> </a:t>
            </a:r>
            <a:r>
              <a:rPr spc="-20" dirty="0"/>
              <a:t>(Parallel)</a:t>
            </a:r>
            <a:r>
              <a:rPr spc="-140" dirty="0"/>
              <a:t> </a:t>
            </a:r>
            <a:r>
              <a:rPr spc="-10" dirty="0"/>
              <a:t>Counters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9344" y="1266190"/>
            <a:ext cx="7009765" cy="356933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66395" marR="17780" indent="-341630">
              <a:lnSpc>
                <a:spcPts val="2920"/>
              </a:lnSpc>
              <a:spcBef>
                <a:spcPts val="459"/>
              </a:spcBef>
              <a:buSzPct val="120370"/>
              <a:buFont typeface="Wingdings"/>
              <a:buChar char=""/>
              <a:tabLst>
                <a:tab pos="367665" algn="l"/>
              </a:tabLst>
            </a:pPr>
            <a:r>
              <a:rPr sz="2700" dirty="0">
                <a:latin typeface="Calibri"/>
                <a:cs typeface="Calibri"/>
              </a:rPr>
              <a:t>Note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that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binary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35" dirty="0">
                <a:latin typeface="Calibri"/>
                <a:cs typeface="Calibri"/>
              </a:rPr>
              <a:t>counter,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n</a:t>
            </a:r>
            <a:r>
              <a:rPr sz="2700" baseline="24691" dirty="0">
                <a:latin typeface="Calibri"/>
                <a:cs typeface="Calibri"/>
              </a:rPr>
              <a:t>th</a:t>
            </a:r>
            <a:r>
              <a:rPr sz="2700" spc="284" baseline="2469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bit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(shown 	</a:t>
            </a:r>
            <a:r>
              <a:rPr sz="2700" dirty="0">
                <a:latin typeface="Calibri"/>
                <a:cs typeface="Calibri"/>
              </a:rPr>
              <a:t>underlined)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always</a:t>
            </a:r>
            <a:r>
              <a:rPr sz="2700" spc="-7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complemented</a:t>
            </a:r>
            <a:r>
              <a:rPr sz="2700" spc="-9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whenever</a:t>
            </a:r>
            <a:endParaRPr sz="2700">
              <a:latin typeface="Calibri"/>
              <a:cs typeface="Calibri"/>
            </a:endParaRPr>
          </a:p>
          <a:p>
            <a:pPr marR="2750820" algn="r">
              <a:lnSpc>
                <a:spcPct val="100000"/>
              </a:lnSpc>
              <a:spcBef>
                <a:spcPts val="855"/>
              </a:spcBef>
            </a:pPr>
            <a:r>
              <a:rPr sz="2400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Calibri"/>
                <a:cs typeface="Calibri"/>
              </a:rPr>
              <a:t>0</a:t>
            </a:r>
            <a:r>
              <a:rPr sz="2400" dirty="0">
                <a:latin typeface="Calibri"/>
                <a:cs typeface="Calibri"/>
              </a:rPr>
              <a:t>11…11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Calibri"/>
                <a:cs typeface="Calibri"/>
              </a:rPr>
              <a:t>1</a:t>
            </a:r>
            <a:r>
              <a:rPr sz="2400" spc="-10" dirty="0">
                <a:latin typeface="Calibri"/>
                <a:cs typeface="Calibri"/>
              </a:rPr>
              <a:t>00…00</a:t>
            </a:r>
            <a:endParaRPr sz="2400">
              <a:latin typeface="Calibri"/>
              <a:cs typeface="Calibri"/>
            </a:endParaRPr>
          </a:p>
          <a:p>
            <a:pPr marR="2750185" algn="r">
              <a:lnSpc>
                <a:spcPct val="100000"/>
              </a:lnSpc>
              <a:spcBef>
                <a:spcPts val="865"/>
              </a:spcBef>
              <a:tabLst>
                <a:tab pos="643255" algn="l"/>
              </a:tabLst>
            </a:pPr>
            <a:r>
              <a:rPr sz="2400" spc="-25" dirty="0">
                <a:latin typeface="Calibri"/>
                <a:cs typeface="Calibri"/>
              </a:rPr>
              <a:t>or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u="sng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Calibri"/>
                <a:cs typeface="Calibri"/>
              </a:rPr>
              <a:t>1</a:t>
            </a:r>
            <a:r>
              <a:rPr sz="2400" dirty="0">
                <a:latin typeface="Calibri"/>
                <a:cs typeface="Calibri"/>
              </a:rPr>
              <a:t>11…11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Symbol"/>
                <a:cs typeface="Symbol"/>
              </a:rPr>
              <a:t>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u="sng" spc="-10" dirty="0">
                <a:solidFill>
                  <a:srgbClr val="0000CC"/>
                </a:solidFill>
                <a:uFill>
                  <a:solidFill>
                    <a:srgbClr val="0000CC"/>
                  </a:solidFill>
                </a:uFill>
                <a:latin typeface="Calibri"/>
                <a:cs typeface="Calibri"/>
              </a:rPr>
              <a:t>0</a:t>
            </a:r>
            <a:r>
              <a:rPr sz="2400" spc="-10" dirty="0">
                <a:latin typeface="Calibri"/>
                <a:cs typeface="Calibri"/>
              </a:rPr>
              <a:t>00…00</a:t>
            </a:r>
            <a:endParaRPr sz="2400">
              <a:latin typeface="Calibri"/>
              <a:cs typeface="Calibri"/>
            </a:endParaRPr>
          </a:p>
          <a:p>
            <a:pPr marL="366395" marR="1355725" indent="-341630">
              <a:lnSpc>
                <a:spcPts val="2920"/>
              </a:lnSpc>
              <a:spcBef>
                <a:spcPts val="1300"/>
              </a:spcBef>
              <a:buSzPct val="120370"/>
              <a:buFont typeface="Wingdings"/>
              <a:buChar char=""/>
              <a:tabLst>
                <a:tab pos="939165" algn="l"/>
              </a:tabLst>
            </a:pPr>
            <a:r>
              <a:rPr sz="2700" dirty="0">
                <a:latin typeface="Calibri"/>
                <a:cs typeface="Calibri"/>
              </a:rPr>
              <a:t>Hence,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X</a:t>
            </a:r>
            <a:r>
              <a:rPr sz="2700" baseline="-20061" dirty="0">
                <a:latin typeface="Calibri"/>
                <a:cs typeface="Calibri"/>
              </a:rPr>
              <a:t>n</a:t>
            </a:r>
            <a:r>
              <a:rPr sz="2700" spc="292" baseline="-2006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complemented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whenever 	X</a:t>
            </a:r>
            <a:r>
              <a:rPr sz="2700" spc="-15" baseline="-20061" dirty="0">
                <a:latin typeface="Calibri"/>
                <a:cs typeface="Calibri"/>
              </a:rPr>
              <a:t>n-1</a:t>
            </a:r>
            <a:r>
              <a:rPr sz="2700" spc="-10" dirty="0">
                <a:latin typeface="Calibri"/>
                <a:cs typeface="Calibri"/>
              </a:rPr>
              <a:t>X</a:t>
            </a:r>
            <a:r>
              <a:rPr sz="2700" spc="-15" baseline="-20061" dirty="0">
                <a:latin typeface="Calibri"/>
                <a:cs typeface="Calibri"/>
              </a:rPr>
              <a:t>n-</a:t>
            </a:r>
            <a:r>
              <a:rPr sz="2700" baseline="-20061" dirty="0">
                <a:latin typeface="Calibri"/>
                <a:cs typeface="Calibri"/>
              </a:rPr>
              <a:t>2</a:t>
            </a:r>
            <a:r>
              <a:rPr sz="2700" spc="254" baseline="-2006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...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X</a:t>
            </a:r>
            <a:r>
              <a:rPr sz="2700" baseline="-20061" dirty="0">
                <a:latin typeface="Calibri"/>
                <a:cs typeface="Calibri"/>
              </a:rPr>
              <a:t>1</a:t>
            </a:r>
            <a:r>
              <a:rPr sz="2700" dirty="0">
                <a:latin typeface="Calibri"/>
                <a:cs typeface="Calibri"/>
              </a:rPr>
              <a:t>X</a:t>
            </a:r>
            <a:r>
              <a:rPr sz="2700" baseline="-20061" dirty="0">
                <a:latin typeface="Calibri"/>
                <a:cs typeface="Calibri"/>
              </a:rPr>
              <a:t>0</a:t>
            </a:r>
            <a:r>
              <a:rPr sz="2700" spc="292" baseline="-2006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=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11…11.</a:t>
            </a:r>
            <a:endParaRPr sz="2700">
              <a:latin typeface="Calibri"/>
              <a:cs typeface="Calibri"/>
            </a:endParaRPr>
          </a:p>
          <a:p>
            <a:pPr marL="366395" marR="1225550" indent="-341630">
              <a:lnSpc>
                <a:spcPts val="2920"/>
              </a:lnSpc>
              <a:spcBef>
                <a:spcPts val="1290"/>
              </a:spcBef>
              <a:buSzPct val="120370"/>
              <a:buFont typeface="Wingdings"/>
              <a:buChar char=""/>
              <a:tabLst>
                <a:tab pos="939165" algn="l"/>
              </a:tabLst>
            </a:pPr>
            <a:r>
              <a:rPr sz="2700" dirty="0">
                <a:latin typeface="Calibri"/>
                <a:cs typeface="Calibri"/>
              </a:rPr>
              <a:t>As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result,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if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flip-</a:t>
            </a:r>
            <a:r>
              <a:rPr sz="2700" dirty="0">
                <a:latin typeface="Calibri"/>
                <a:cs typeface="Calibri"/>
              </a:rPr>
              <a:t>flops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are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used,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20" dirty="0">
                <a:latin typeface="Calibri"/>
                <a:cs typeface="Calibri"/>
              </a:rPr>
              <a:t>then 	</a:t>
            </a:r>
            <a:r>
              <a:rPr sz="2700" dirty="0">
                <a:latin typeface="Calibri"/>
                <a:cs typeface="Calibri"/>
              </a:rPr>
              <a:t>TX</a:t>
            </a:r>
            <a:r>
              <a:rPr sz="2700" baseline="-20061" dirty="0">
                <a:latin typeface="Calibri"/>
                <a:cs typeface="Calibri"/>
              </a:rPr>
              <a:t>n</a:t>
            </a:r>
            <a:r>
              <a:rPr sz="2700" spc="254" baseline="-20061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=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X</a:t>
            </a:r>
            <a:r>
              <a:rPr sz="2700" spc="-15" baseline="-20061" dirty="0">
                <a:latin typeface="Calibri"/>
                <a:cs typeface="Calibri"/>
              </a:rPr>
              <a:t>n-</a:t>
            </a:r>
            <a:r>
              <a:rPr sz="2700" baseline="-20061" dirty="0">
                <a:latin typeface="Calibri"/>
                <a:cs typeface="Calibri"/>
              </a:rPr>
              <a:t>1 </a:t>
            </a:r>
            <a:r>
              <a:rPr sz="2700" b="1" dirty="0">
                <a:latin typeface="Calibri"/>
                <a:cs typeface="Calibri"/>
              </a:rPr>
              <a:t>.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X</a:t>
            </a:r>
            <a:r>
              <a:rPr sz="2700" spc="-15" baseline="-20061" dirty="0">
                <a:latin typeface="Calibri"/>
                <a:cs typeface="Calibri"/>
              </a:rPr>
              <a:t>n-</a:t>
            </a:r>
            <a:r>
              <a:rPr sz="2700" baseline="-20061" dirty="0">
                <a:latin typeface="Calibri"/>
                <a:cs typeface="Calibri"/>
              </a:rPr>
              <a:t>2</a:t>
            </a:r>
            <a:r>
              <a:rPr sz="2700" spc="-7" baseline="-20061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.</a:t>
            </a:r>
            <a:r>
              <a:rPr sz="2700" b="1" spc="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...</a:t>
            </a:r>
            <a:r>
              <a:rPr sz="2700" spc="10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.</a:t>
            </a:r>
            <a:r>
              <a:rPr sz="2700" b="1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X</a:t>
            </a:r>
            <a:r>
              <a:rPr sz="2700" baseline="-20061" dirty="0">
                <a:latin typeface="Calibri"/>
                <a:cs typeface="Calibri"/>
              </a:rPr>
              <a:t>1 </a:t>
            </a:r>
            <a:r>
              <a:rPr sz="2700" b="1" spc="-10" dirty="0">
                <a:latin typeface="Calibri"/>
                <a:cs typeface="Calibri"/>
              </a:rPr>
              <a:t>.</a:t>
            </a:r>
            <a:r>
              <a:rPr sz="2700" b="1" spc="-19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X</a:t>
            </a:r>
            <a:r>
              <a:rPr sz="2700" spc="-37" baseline="-20061" dirty="0">
                <a:latin typeface="Calibri"/>
                <a:cs typeface="Calibri"/>
              </a:rPr>
              <a:t>0</a:t>
            </a:r>
            <a:endParaRPr sz="2700" baseline="-20061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953756" y="51815"/>
            <a:ext cx="792480" cy="460375"/>
            <a:chOff x="7953756" y="51815"/>
            <a:chExt cx="792480" cy="46037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3756" y="51815"/>
              <a:ext cx="780288" cy="46024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9788" y="103631"/>
              <a:ext cx="536448" cy="31242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6237" y="71437"/>
              <a:ext cx="695325" cy="3746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579114" y="6280810"/>
            <a:ext cx="198628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Synchronous</a:t>
            </a:r>
            <a:r>
              <a:rPr sz="1200" spc="-1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(Parallel)</a:t>
            </a:r>
            <a:r>
              <a:rPr sz="1200" spc="1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888888"/>
                </a:solidFill>
                <a:latin typeface="Calibri"/>
                <a:cs typeface="Calibri"/>
              </a:rPr>
              <a:t>Counters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>
          <a:extLst>
            <a:ext uri="{FF2B5EF4-FFF2-40B4-BE49-F238E27FC236}">
              <a16:creationId xmlns:a16="http://schemas.microsoft.com/office/drawing/2014/main" id="{5D4A7671-8475-6B1A-0F89-B1BE8390E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0">
            <a:extLst>
              <a:ext uri="{FF2B5EF4-FFF2-40B4-BE49-F238E27FC236}">
                <a16:creationId xmlns:a16="http://schemas.microsoft.com/office/drawing/2014/main" id="{55A50C6C-3071-8A36-0B2A-20E7E236A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05" y="1617133"/>
            <a:ext cx="814559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D4C1E58-C4B7-BA94-2840-5DF925F45FB1}"/>
              </a:ext>
            </a:extLst>
          </p:cNvPr>
          <p:cNvSpPr txBox="1">
            <a:spLocks/>
          </p:cNvSpPr>
          <p:nvPr/>
        </p:nvSpPr>
        <p:spPr>
          <a:xfrm>
            <a:off x="0" y="685800"/>
            <a:ext cx="9123529" cy="533400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en-US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152A200-63BF-AB3C-F243-6855142A22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0" y="0"/>
            <a:ext cx="1339997" cy="575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62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7538</TotalTime>
  <Words>2832</Words>
  <Application>Microsoft Office PowerPoint</Application>
  <PresentationFormat>On-screen Show (4:3)</PresentationFormat>
  <Paragraphs>533</Paragraphs>
  <Slides>59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9" baseType="lpstr">
      <vt:lpstr>Arial</vt:lpstr>
      <vt:lpstr>Arial MT</vt:lpstr>
      <vt:lpstr>Calibri</vt:lpstr>
      <vt:lpstr>Gill Sans MT</vt:lpstr>
      <vt:lpstr>Symbol</vt:lpstr>
      <vt:lpstr>Tahoma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Classifications of Counters</vt:lpstr>
      <vt:lpstr>Synchronous Counters</vt:lpstr>
      <vt:lpstr>Asynchronous Counters</vt:lpstr>
      <vt:lpstr>PowerPoint Presentation</vt:lpstr>
      <vt:lpstr>PowerPoint Presentation</vt:lpstr>
      <vt:lpstr>PowerPoint Presentation</vt:lpstr>
      <vt:lpstr>Synchronous (Parallel) Counters</vt:lpstr>
      <vt:lpstr>Synchronous (Parallel) Counters</vt:lpstr>
      <vt:lpstr>Synchronous (Parallel) Counters</vt:lpstr>
      <vt:lpstr>Synchronous (Parallel) Counters</vt:lpstr>
      <vt:lpstr>Synchronous (Parallel) Counters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pcp</dc:creator>
  <cp:lastModifiedBy>Mohankumar N</cp:lastModifiedBy>
  <cp:revision>408</cp:revision>
  <dcterms:created xsi:type="dcterms:W3CDTF">2021-09-17T08:32:41Z</dcterms:created>
  <dcterms:modified xsi:type="dcterms:W3CDTF">2026-04-15T03:28:31Z</dcterms:modified>
</cp:coreProperties>
</file>